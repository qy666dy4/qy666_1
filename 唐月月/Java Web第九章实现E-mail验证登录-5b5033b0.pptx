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4" r:id="rId4"/>
  </p:sldMasterIdLst>
  <p:notesMasterIdLst>
    <p:notesMasterId r:id="rId19"/>
  </p:notesMasterIdLst>
  <p:sldIdLst>
    <p:sldId id="260" r:id="rId5"/>
    <p:sldId id="261" r:id="rId6"/>
    <p:sldId id="262" r:id="rId7"/>
    <p:sldId id="274" r:id="rId8"/>
    <p:sldId id="275" r:id="rId9"/>
    <p:sldId id="265" r:id="rId10"/>
    <p:sldId id="276" r:id="rId11"/>
    <p:sldId id="277" r:id="rId12"/>
    <p:sldId id="278" r:id="rId13"/>
    <p:sldId id="269" r:id="rId14"/>
    <p:sldId id="270" r:id="rId15"/>
    <p:sldId id="279" r:id="rId16"/>
    <p:sldId id="272" r:id="rId17"/>
    <p:sldId id="273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tags" Target="../tags/tag85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8" Type="http://schemas.openxmlformats.org/officeDocument/2006/relationships/tags" Target="../tags/tag158.xml"/><Relationship Id="rId17" Type="http://schemas.openxmlformats.org/officeDocument/2006/relationships/tags" Target="../tags/tag157.xml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6" Type="http://schemas.openxmlformats.org/officeDocument/2006/relationships/tags" Target="../tags/tag173.xml"/><Relationship Id="rId15" Type="http://schemas.openxmlformats.org/officeDocument/2006/relationships/tags" Target="../tags/tag17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3" Type="http://schemas.openxmlformats.org/officeDocument/2006/relationships/tags" Target="../tags/tag195.xml"/><Relationship Id="rId22" Type="http://schemas.openxmlformats.org/officeDocument/2006/relationships/tags" Target="../tags/tag194.xml"/><Relationship Id="rId21" Type="http://schemas.openxmlformats.org/officeDocument/2006/relationships/tags" Target="../tags/tag193.xml"/><Relationship Id="rId20" Type="http://schemas.openxmlformats.org/officeDocument/2006/relationships/tags" Target="../tags/tag192.xml"/><Relationship Id="rId2" Type="http://schemas.openxmlformats.org/officeDocument/2006/relationships/tags" Target="../tags/tag174.xml"/><Relationship Id="rId19" Type="http://schemas.openxmlformats.org/officeDocument/2006/relationships/tags" Target="../tags/tag191.xml"/><Relationship Id="rId18" Type="http://schemas.openxmlformats.org/officeDocument/2006/relationships/tags" Target="../tags/tag190.xml"/><Relationship Id="rId17" Type="http://schemas.openxmlformats.org/officeDocument/2006/relationships/tags" Target="../tags/tag189.xml"/><Relationship Id="rId16" Type="http://schemas.openxmlformats.org/officeDocument/2006/relationships/tags" Target="../tags/tag188.xml"/><Relationship Id="rId15" Type="http://schemas.openxmlformats.org/officeDocument/2006/relationships/tags" Target="../tags/tag187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1" Type="http://schemas.openxmlformats.org/officeDocument/2006/relationships/tags" Target="../tags/tag313.xml"/><Relationship Id="rId10" Type="http://schemas.openxmlformats.org/officeDocument/2006/relationships/tags" Target="../tags/tag31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 userDrawn="1">
            <p:custDataLst>
              <p:tags r:id="rId3"/>
            </p:custDataLst>
          </p:nvPr>
        </p:nvSpPr>
        <p:spPr>
          <a:xfrm>
            <a:off x="7372865" y="4102443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任意多边形: 形状 77"/>
          <p:cNvSpPr/>
          <p:nvPr userDrawn="1">
            <p:custDataLst>
              <p:tags r:id="rId4"/>
            </p:custDataLst>
          </p:nvPr>
        </p:nvSpPr>
        <p:spPr>
          <a:xfrm>
            <a:off x="295141" y="3897340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4" name="任意多边形: 形状 73"/>
          <p:cNvSpPr/>
          <p:nvPr userDrawn="1">
            <p:custDataLst>
              <p:tags r:id="rId5"/>
            </p:custDataLst>
          </p:nvPr>
        </p:nvSpPr>
        <p:spPr>
          <a:xfrm>
            <a:off x="9494520" y="276225"/>
            <a:ext cx="2426970" cy="1528445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6" name="椭圆 75"/>
          <p:cNvSpPr/>
          <p:nvPr userDrawn="1">
            <p:custDataLst>
              <p:tags r:id="rId6"/>
            </p:custDataLst>
          </p:nvPr>
        </p:nvSpPr>
        <p:spPr>
          <a:xfrm>
            <a:off x="10841355" y="1151255"/>
            <a:ext cx="187960" cy="187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: 形状 74"/>
          <p:cNvSpPr/>
          <p:nvPr userDrawn="1">
            <p:custDataLst>
              <p:tags r:id="rId7"/>
            </p:custDataLst>
          </p:nvPr>
        </p:nvSpPr>
        <p:spPr>
          <a:xfrm>
            <a:off x="8869453" y="158333"/>
            <a:ext cx="3027406" cy="1952367"/>
          </a:xfrm>
          <a:custGeom>
            <a:avLst/>
            <a:gdLst>
              <a:gd name="connsiteX0" fmla="*/ 1408671 w 3027406"/>
              <a:gd name="connsiteY0" fmla="*/ 98854 h 1952367"/>
              <a:gd name="connsiteX1" fmla="*/ 1470454 w 3027406"/>
              <a:gd name="connsiteY1" fmla="*/ 259492 h 1952367"/>
              <a:gd name="connsiteX2" fmla="*/ 3027406 w 3027406"/>
              <a:gd name="connsiteY2" fmla="*/ 1692875 h 1952367"/>
              <a:gd name="connsiteX3" fmla="*/ 2817341 w 3027406"/>
              <a:gd name="connsiteY3" fmla="*/ 1841157 h 1952367"/>
              <a:gd name="connsiteX4" fmla="*/ 2014152 w 3027406"/>
              <a:gd name="connsiteY4" fmla="*/ 1952367 h 1952367"/>
              <a:gd name="connsiteX5" fmla="*/ 568411 w 3027406"/>
              <a:gd name="connsiteY5" fmla="*/ 1940011 h 1952367"/>
              <a:gd name="connsiteX6" fmla="*/ 49427 w 3027406"/>
              <a:gd name="connsiteY6" fmla="*/ 1099751 h 1952367"/>
              <a:gd name="connsiteX7" fmla="*/ 0 w 3027406"/>
              <a:gd name="connsiteY7" fmla="*/ 284205 h 1952367"/>
              <a:gd name="connsiteX8" fmla="*/ 148281 w 3027406"/>
              <a:gd name="connsiteY8" fmla="*/ 0 h 1952367"/>
              <a:gd name="connsiteX9" fmla="*/ 1408671 w 3027406"/>
              <a:gd name="connsiteY9" fmla="*/ 98854 h 195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7406" h="1952367">
                <a:moveTo>
                  <a:pt x="1408671" y="98854"/>
                </a:moveTo>
                <a:lnTo>
                  <a:pt x="1470454" y="259492"/>
                </a:lnTo>
                <a:lnTo>
                  <a:pt x="3027406" y="1692875"/>
                </a:lnTo>
                <a:lnTo>
                  <a:pt x="2817341" y="1841157"/>
                </a:lnTo>
                <a:lnTo>
                  <a:pt x="2014152" y="1952367"/>
                </a:lnTo>
                <a:lnTo>
                  <a:pt x="568411" y="1940011"/>
                </a:lnTo>
                <a:lnTo>
                  <a:pt x="49427" y="1099751"/>
                </a:lnTo>
                <a:lnTo>
                  <a:pt x="0" y="284205"/>
                </a:lnTo>
                <a:lnTo>
                  <a:pt x="148281" y="0"/>
                </a:lnTo>
                <a:lnTo>
                  <a:pt x="1408671" y="9885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椭圆 76"/>
          <p:cNvSpPr/>
          <p:nvPr userDrawn="1">
            <p:custDataLst>
              <p:tags r:id="rId8"/>
            </p:custDataLst>
          </p:nvPr>
        </p:nvSpPr>
        <p:spPr>
          <a:xfrm>
            <a:off x="10853420" y="1144270"/>
            <a:ext cx="187960" cy="187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: 圆角 47"/>
          <p:cNvSpPr/>
          <p:nvPr userDrawn="1">
            <p:custDataLst>
              <p:tags r:id="rId9"/>
            </p:custDataLst>
          </p:nvPr>
        </p:nvSpPr>
        <p:spPr>
          <a:xfrm>
            <a:off x="-1" y="-1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: 圆角 84"/>
          <p:cNvSpPr/>
          <p:nvPr userDrawn="1">
            <p:custDataLst>
              <p:tags r:id="rId10"/>
            </p:custDataLst>
          </p:nvPr>
        </p:nvSpPr>
        <p:spPr>
          <a:xfrm>
            <a:off x="847149" y="921612"/>
            <a:ext cx="10485478" cy="5035688"/>
          </a:xfrm>
          <a:prstGeom prst="roundRect">
            <a:avLst>
              <a:gd name="adj" fmla="val 3274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 userDrawn="1">
            <p:custDataLst>
              <p:tags r:id="rId11"/>
            </p:custDataLst>
          </p:nvPr>
        </p:nvSpPr>
        <p:spPr>
          <a:xfrm>
            <a:off x="1006289" y="1104246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 userDrawn="1">
            <p:custDataLst>
              <p:tags r:id="rId12"/>
            </p:custDataLst>
          </p:nvPr>
        </p:nvSpPr>
        <p:spPr>
          <a:xfrm>
            <a:off x="10920527" y="5577390"/>
            <a:ext cx="187853" cy="187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>
            <p:custDataLst>
              <p:tags r:id="rId13"/>
            </p:custDataLst>
          </p:nvPr>
        </p:nvSpPr>
        <p:spPr>
          <a:xfrm>
            <a:off x="10955190" y="1097182"/>
            <a:ext cx="187853" cy="1878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5051107" y="1144320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2" name="任意多边形: 形状 81"/>
          <p:cNvSpPr/>
          <p:nvPr userDrawn="1">
            <p:custDataLst>
              <p:tags r:id="rId3"/>
            </p:custDataLst>
          </p:nvPr>
        </p:nvSpPr>
        <p:spPr>
          <a:xfrm>
            <a:off x="9596156" y="229314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4"/>
            </p:custDataLst>
          </p:nvPr>
        </p:nvSpPr>
        <p:spPr>
          <a:xfrm>
            <a:off x="8971005" y="111211"/>
            <a:ext cx="3027406" cy="1952367"/>
          </a:xfrm>
          <a:custGeom>
            <a:avLst/>
            <a:gdLst>
              <a:gd name="connsiteX0" fmla="*/ 1408671 w 3027406"/>
              <a:gd name="connsiteY0" fmla="*/ 98854 h 1952367"/>
              <a:gd name="connsiteX1" fmla="*/ 1470454 w 3027406"/>
              <a:gd name="connsiteY1" fmla="*/ 259492 h 1952367"/>
              <a:gd name="connsiteX2" fmla="*/ 3027406 w 3027406"/>
              <a:gd name="connsiteY2" fmla="*/ 1692875 h 1952367"/>
              <a:gd name="connsiteX3" fmla="*/ 2817341 w 3027406"/>
              <a:gd name="connsiteY3" fmla="*/ 1841157 h 1952367"/>
              <a:gd name="connsiteX4" fmla="*/ 2014152 w 3027406"/>
              <a:gd name="connsiteY4" fmla="*/ 1952367 h 1952367"/>
              <a:gd name="connsiteX5" fmla="*/ 568411 w 3027406"/>
              <a:gd name="connsiteY5" fmla="*/ 1940011 h 1952367"/>
              <a:gd name="connsiteX6" fmla="*/ 49427 w 3027406"/>
              <a:gd name="connsiteY6" fmla="*/ 1099751 h 1952367"/>
              <a:gd name="connsiteX7" fmla="*/ 0 w 3027406"/>
              <a:gd name="connsiteY7" fmla="*/ 284205 h 1952367"/>
              <a:gd name="connsiteX8" fmla="*/ 148281 w 3027406"/>
              <a:gd name="connsiteY8" fmla="*/ 0 h 1952367"/>
              <a:gd name="connsiteX9" fmla="*/ 1408671 w 3027406"/>
              <a:gd name="connsiteY9" fmla="*/ 98854 h 195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7406" h="1952367">
                <a:moveTo>
                  <a:pt x="1408671" y="98854"/>
                </a:moveTo>
                <a:lnTo>
                  <a:pt x="1470454" y="259492"/>
                </a:lnTo>
                <a:lnTo>
                  <a:pt x="3027406" y="1692875"/>
                </a:lnTo>
                <a:lnTo>
                  <a:pt x="2817341" y="1841157"/>
                </a:lnTo>
                <a:lnTo>
                  <a:pt x="2014152" y="1952367"/>
                </a:lnTo>
                <a:lnTo>
                  <a:pt x="568411" y="1940011"/>
                </a:lnTo>
                <a:lnTo>
                  <a:pt x="49427" y="1099751"/>
                </a:lnTo>
                <a:lnTo>
                  <a:pt x="0" y="284205"/>
                </a:lnTo>
                <a:lnTo>
                  <a:pt x="148281" y="0"/>
                </a:lnTo>
                <a:lnTo>
                  <a:pt x="1408671" y="98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1" name="椭圆 40"/>
          <p:cNvSpPr/>
          <p:nvPr userDrawn="1">
            <p:custDataLst>
              <p:tags r:id="rId5"/>
            </p:custDataLst>
          </p:nvPr>
        </p:nvSpPr>
        <p:spPr>
          <a:xfrm>
            <a:off x="10942802" y="1104246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6" name="椭圆 105"/>
          <p:cNvSpPr/>
          <p:nvPr userDrawn="1">
            <p:custDataLst>
              <p:tags r:id="rId6"/>
            </p:custDataLst>
          </p:nvPr>
        </p:nvSpPr>
        <p:spPr>
          <a:xfrm>
            <a:off x="10955190" y="1097182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1" name="任意多边形: 形状 90"/>
          <p:cNvSpPr/>
          <p:nvPr userDrawn="1">
            <p:custDataLst>
              <p:tags r:id="rId7"/>
            </p:custDataLst>
          </p:nvPr>
        </p:nvSpPr>
        <p:spPr>
          <a:xfrm>
            <a:off x="336936" y="3623355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8"/>
            </p:custDataLst>
          </p:nvPr>
        </p:nvSpPr>
        <p:spPr>
          <a:xfrm>
            <a:off x="-1" y="-1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矩形: 圆角 34"/>
          <p:cNvSpPr/>
          <p:nvPr userDrawn="1">
            <p:custDataLst>
              <p:tags r:id="rId9"/>
            </p:custDataLst>
          </p:nvPr>
        </p:nvSpPr>
        <p:spPr>
          <a:xfrm>
            <a:off x="7372865" y="4102443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3" name="任意多边形: 形状 92"/>
          <p:cNvSpPr/>
          <p:nvPr userDrawn="1">
            <p:custDataLst>
              <p:tags r:id="rId10"/>
            </p:custDataLst>
          </p:nvPr>
        </p:nvSpPr>
        <p:spPr>
          <a:xfrm>
            <a:off x="0" y="5707674"/>
            <a:ext cx="1194141" cy="1150326"/>
          </a:xfrm>
          <a:custGeom>
            <a:avLst/>
            <a:gdLst>
              <a:gd name="connsiteX0" fmla="*/ 0 w 1194141"/>
              <a:gd name="connsiteY0" fmla="*/ 1050924 h 1150326"/>
              <a:gd name="connsiteX1" fmla="*/ 10634 w 1194141"/>
              <a:gd name="connsiteY1" fmla="*/ 1070516 h 1150326"/>
              <a:gd name="connsiteX2" fmla="*/ 61715 w 1194141"/>
              <a:gd name="connsiteY2" fmla="*/ 1132426 h 1150326"/>
              <a:gd name="connsiteX3" fmla="*/ 83410 w 1194141"/>
              <a:gd name="connsiteY3" fmla="*/ 1150326 h 1150326"/>
              <a:gd name="connsiteX4" fmla="*/ 0 w 1194141"/>
              <a:gd name="connsiteY4" fmla="*/ 1150326 h 1150326"/>
              <a:gd name="connsiteX5" fmla="*/ 357511 w 1194141"/>
              <a:gd name="connsiteY5" fmla="*/ 752968 h 1150326"/>
              <a:gd name="connsiteX6" fmla="*/ 273848 w 1194141"/>
              <a:gd name="connsiteY6" fmla="*/ 836631 h 1150326"/>
              <a:gd name="connsiteX7" fmla="*/ 357511 w 1194141"/>
              <a:gd name="connsiteY7" fmla="*/ 920294 h 1150326"/>
              <a:gd name="connsiteX8" fmla="*/ 441174 w 1194141"/>
              <a:gd name="connsiteY8" fmla="*/ 836631 h 1150326"/>
              <a:gd name="connsiteX9" fmla="*/ 357511 w 1194141"/>
              <a:gd name="connsiteY9" fmla="*/ 752968 h 1150326"/>
              <a:gd name="connsiteX10" fmla="*/ 357511 w 1194141"/>
              <a:gd name="connsiteY10" fmla="*/ 669305 h 1150326"/>
              <a:gd name="connsiteX11" fmla="*/ 524837 w 1194141"/>
              <a:gd name="connsiteY11" fmla="*/ 836631 h 1150326"/>
              <a:gd name="connsiteX12" fmla="*/ 357511 w 1194141"/>
              <a:gd name="connsiteY12" fmla="*/ 1003957 h 1150326"/>
              <a:gd name="connsiteX13" fmla="*/ 190185 w 1194141"/>
              <a:gd name="connsiteY13" fmla="*/ 836631 h 1150326"/>
              <a:gd name="connsiteX14" fmla="*/ 357511 w 1194141"/>
              <a:gd name="connsiteY14" fmla="*/ 669305 h 1150326"/>
              <a:gd name="connsiteX15" fmla="*/ 357511 w 1194141"/>
              <a:gd name="connsiteY15" fmla="*/ 585641 h 1150326"/>
              <a:gd name="connsiteX16" fmla="*/ 106521 w 1194141"/>
              <a:gd name="connsiteY16" fmla="*/ 836631 h 1150326"/>
              <a:gd name="connsiteX17" fmla="*/ 357511 w 1194141"/>
              <a:gd name="connsiteY17" fmla="*/ 1087620 h 1150326"/>
              <a:gd name="connsiteX18" fmla="*/ 608500 w 1194141"/>
              <a:gd name="connsiteY18" fmla="*/ 836631 h 1150326"/>
              <a:gd name="connsiteX19" fmla="*/ 357511 w 1194141"/>
              <a:gd name="connsiteY19" fmla="*/ 585641 h 1150326"/>
              <a:gd name="connsiteX20" fmla="*/ 357511 w 1194141"/>
              <a:gd name="connsiteY20" fmla="*/ 501978 h 1150326"/>
              <a:gd name="connsiteX21" fmla="*/ 692163 w 1194141"/>
              <a:gd name="connsiteY21" fmla="*/ 836631 h 1150326"/>
              <a:gd name="connsiteX22" fmla="*/ 487772 w 1194141"/>
              <a:gd name="connsiteY22" fmla="*/ 1144985 h 1150326"/>
              <a:gd name="connsiteX23" fmla="*/ 470564 w 1194141"/>
              <a:gd name="connsiteY23" fmla="*/ 1150326 h 1150326"/>
              <a:gd name="connsiteX24" fmla="*/ 244457 w 1194141"/>
              <a:gd name="connsiteY24" fmla="*/ 1150326 h 1150326"/>
              <a:gd name="connsiteX25" fmla="*/ 227249 w 1194141"/>
              <a:gd name="connsiteY25" fmla="*/ 1144985 h 1150326"/>
              <a:gd name="connsiteX26" fmla="*/ 22858 w 1194141"/>
              <a:gd name="connsiteY26" fmla="*/ 836631 h 1150326"/>
              <a:gd name="connsiteX27" fmla="*/ 357511 w 1194141"/>
              <a:gd name="connsiteY27" fmla="*/ 501978 h 1150326"/>
              <a:gd name="connsiteX28" fmla="*/ 357511 w 1194141"/>
              <a:gd name="connsiteY28" fmla="*/ 334653 h 1150326"/>
              <a:gd name="connsiteX29" fmla="*/ 859490 w 1194141"/>
              <a:gd name="connsiteY29" fmla="*/ 836631 h 1150326"/>
              <a:gd name="connsiteX30" fmla="*/ 773760 w 1194141"/>
              <a:gd name="connsiteY30" fmla="*/ 1117291 h 1150326"/>
              <a:gd name="connsiteX31" fmla="*/ 746503 w 1194141"/>
              <a:gd name="connsiteY31" fmla="*/ 1150326 h 1150326"/>
              <a:gd name="connsiteX32" fmla="*/ 631612 w 1194141"/>
              <a:gd name="connsiteY32" fmla="*/ 1150326 h 1150326"/>
              <a:gd name="connsiteX33" fmla="*/ 653307 w 1194141"/>
              <a:gd name="connsiteY33" fmla="*/ 1132426 h 1150326"/>
              <a:gd name="connsiteX34" fmla="*/ 775829 w 1194141"/>
              <a:gd name="connsiteY34" fmla="*/ 836631 h 1150326"/>
              <a:gd name="connsiteX35" fmla="*/ 357511 w 1194141"/>
              <a:gd name="connsiteY35" fmla="*/ 418312 h 1150326"/>
              <a:gd name="connsiteX36" fmla="*/ 10634 w 1194141"/>
              <a:gd name="connsiteY36" fmla="*/ 602745 h 1150326"/>
              <a:gd name="connsiteX37" fmla="*/ 0 w 1194141"/>
              <a:gd name="connsiteY37" fmla="*/ 622337 h 1150326"/>
              <a:gd name="connsiteX38" fmla="*/ 0 w 1194141"/>
              <a:gd name="connsiteY38" fmla="*/ 484779 h 1150326"/>
              <a:gd name="connsiteX39" fmla="*/ 2559 w 1194141"/>
              <a:gd name="connsiteY39" fmla="*/ 481679 h 1150326"/>
              <a:gd name="connsiteX40" fmla="*/ 357511 w 1194141"/>
              <a:gd name="connsiteY40" fmla="*/ 334653 h 1150326"/>
              <a:gd name="connsiteX41" fmla="*/ 357511 w 1194141"/>
              <a:gd name="connsiteY41" fmla="*/ 167326 h 1150326"/>
              <a:gd name="connsiteX42" fmla="*/ 1026815 w 1194141"/>
              <a:gd name="connsiteY42" fmla="*/ 836631 h 1150326"/>
              <a:gd name="connsiteX43" fmla="*/ 974218 w 1194141"/>
              <a:gd name="connsiteY43" fmla="*/ 1097154 h 1150326"/>
              <a:gd name="connsiteX44" fmla="*/ 945357 w 1194141"/>
              <a:gd name="connsiteY44" fmla="*/ 1150326 h 1150326"/>
              <a:gd name="connsiteX45" fmla="*/ 850592 w 1194141"/>
              <a:gd name="connsiteY45" fmla="*/ 1150326 h 1150326"/>
              <a:gd name="connsiteX46" fmla="*/ 897129 w 1194141"/>
              <a:gd name="connsiteY46" fmla="*/ 1064589 h 1150326"/>
              <a:gd name="connsiteX47" fmla="*/ 943152 w 1194141"/>
              <a:gd name="connsiteY47" fmla="*/ 836631 h 1150326"/>
              <a:gd name="connsiteX48" fmla="*/ 357511 w 1194141"/>
              <a:gd name="connsiteY48" fmla="*/ 250990 h 1150326"/>
              <a:gd name="connsiteX49" fmla="*/ 30073 w 1194141"/>
              <a:gd name="connsiteY49" fmla="*/ 351008 h 1150326"/>
              <a:gd name="connsiteX50" fmla="*/ 0 w 1194141"/>
              <a:gd name="connsiteY50" fmla="*/ 375821 h 1150326"/>
              <a:gd name="connsiteX51" fmla="*/ 0 w 1194141"/>
              <a:gd name="connsiteY51" fmla="*/ 272566 h 1150326"/>
              <a:gd name="connsiteX52" fmla="*/ 96987 w 1194141"/>
              <a:gd name="connsiteY52" fmla="*/ 219924 h 1150326"/>
              <a:gd name="connsiteX53" fmla="*/ 357511 w 1194141"/>
              <a:gd name="connsiteY53" fmla="*/ 167326 h 1150326"/>
              <a:gd name="connsiteX54" fmla="*/ 357511 w 1194141"/>
              <a:gd name="connsiteY54" fmla="*/ 0 h 1150326"/>
              <a:gd name="connsiteX55" fmla="*/ 1194141 w 1194141"/>
              <a:gd name="connsiteY55" fmla="*/ 836631 h 1150326"/>
              <a:gd name="connsiteX56" fmla="*/ 1177144 w 1194141"/>
              <a:gd name="connsiteY56" fmla="*/ 1005241 h 1150326"/>
              <a:gd name="connsiteX57" fmla="*/ 1132107 w 1194141"/>
              <a:gd name="connsiteY57" fmla="*/ 1150326 h 1150326"/>
              <a:gd name="connsiteX58" fmla="*/ 1040121 w 1194141"/>
              <a:gd name="connsiteY58" fmla="*/ 1150326 h 1150326"/>
              <a:gd name="connsiteX59" fmla="*/ 1051306 w 1194141"/>
              <a:gd name="connsiteY59" fmla="*/ 1129720 h 1150326"/>
              <a:gd name="connsiteX60" fmla="*/ 1110478 w 1194141"/>
              <a:gd name="connsiteY60" fmla="*/ 836631 h 1150326"/>
              <a:gd name="connsiteX61" fmla="*/ 357511 w 1194141"/>
              <a:gd name="connsiteY61" fmla="*/ 83663 h 1150326"/>
              <a:gd name="connsiteX62" fmla="*/ 64422 w 1194141"/>
              <a:gd name="connsiteY62" fmla="*/ 142835 h 1150326"/>
              <a:gd name="connsiteX63" fmla="*/ 0 w 1194141"/>
              <a:gd name="connsiteY63" fmla="*/ 177802 h 1150326"/>
              <a:gd name="connsiteX64" fmla="*/ 0 w 1194141"/>
              <a:gd name="connsiteY64" fmla="*/ 83038 h 1150326"/>
              <a:gd name="connsiteX65" fmla="*/ 31856 w 1194141"/>
              <a:gd name="connsiteY65" fmla="*/ 65747 h 1150326"/>
              <a:gd name="connsiteX66" fmla="*/ 357511 w 1194141"/>
              <a:gd name="connsiteY66" fmla="*/ 0 h 115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94141" h="1150326">
                <a:moveTo>
                  <a:pt x="0" y="1050924"/>
                </a:moveTo>
                <a:lnTo>
                  <a:pt x="10634" y="1070516"/>
                </a:lnTo>
                <a:cubicBezTo>
                  <a:pt x="25669" y="1092771"/>
                  <a:pt x="42790" y="1113501"/>
                  <a:pt x="61715" y="1132426"/>
                </a:cubicBezTo>
                <a:lnTo>
                  <a:pt x="83410" y="1150326"/>
                </a:lnTo>
                <a:lnTo>
                  <a:pt x="0" y="1150326"/>
                </a:lnTo>
                <a:close/>
                <a:moveTo>
                  <a:pt x="357511" y="752968"/>
                </a:moveTo>
                <a:cubicBezTo>
                  <a:pt x="311305" y="752968"/>
                  <a:pt x="273848" y="790425"/>
                  <a:pt x="273848" y="836631"/>
                </a:cubicBezTo>
                <a:cubicBezTo>
                  <a:pt x="273848" y="882837"/>
                  <a:pt x="311305" y="920294"/>
                  <a:pt x="357511" y="920294"/>
                </a:cubicBezTo>
                <a:cubicBezTo>
                  <a:pt x="403717" y="920294"/>
                  <a:pt x="441174" y="882837"/>
                  <a:pt x="441174" y="836631"/>
                </a:cubicBezTo>
                <a:cubicBezTo>
                  <a:pt x="441174" y="790425"/>
                  <a:pt x="403717" y="752968"/>
                  <a:pt x="357511" y="752968"/>
                </a:cubicBezTo>
                <a:close/>
                <a:moveTo>
                  <a:pt x="357511" y="669305"/>
                </a:moveTo>
                <a:cubicBezTo>
                  <a:pt x="449923" y="669305"/>
                  <a:pt x="524837" y="744219"/>
                  <a:pt x="524837" y="836631"/>
                </a:cubicBezTo>
                <a:cubicBezTo>
                  <a:pt x="524837" y="929042"/>
                  <a:pt x="449923" y="1003957"/>
                  <a:pt x="357511" y="1003957"/>
                </a:cubicBezTo>
                <a:cubicBezTo>
                  <a:pt x="265100" y="1003957"/>
                  <a:pt x="190185" y="929042"/>
                  <a:pt x="190185" y="836631"/>
                </a:cubicBezTo>
                <a:cubicBezTo>
                  <a:pt x="190185" y="744219"/>
                  <a:pt x="265100" y="669305"/>
                  <a:pt x="357511" y="669305"/>
                </a:cubicBezTo>
                <a:close/>
                <a:moveTo>
                  <a:pt x="357511" y="585641"/>
                </a:moveTo>
                <a:cubicBezTo>
                  <a:pt x="218893" y="585641"/>
                  <a:pt x="106521" y="698013"/>
                  <a:pt x="106521" y="836631"/>
                </a:cubicBezTo>
                <a:cubicBezTo>
                  <a:pt x="106521" y="975248"/>
                  <a:pt x="218893" y="1087620"/>
                  <a:pt x="357511" y="1087620"/>
                </a:cubicBezTo>
                <a:cubicBezTo>
                  <a:pt x="496128" y="1087620"/>
                  <a:pt x="608500" y="975248"/>
                  <a:pt x="608500" y="836631"/>
                </a:cubicBezTo>
                <a:cubicBezTo>
                  <a:pt x="608500" y="698013"/>
                  <a:pt x="496128" y="585641"/>
                  <a:pt x="357511" y="585641"/>
                </a:cubicBezTo>
                <a:close/>
                <a:moveTo>
                  <a:pt x="357511" y="501978"/>
                </a:moveTo>
                <a:cubicBezTo>
                  <a:pt x="542334" y="501978"/>
                  <a:pt x="692163" y="651808"/>
                  <a:pt x="692163" y="836631"/>
                </a:cubicBezTo>
                <a:cubicBezTo>
                  <a:pt x="692163" y="975248"/>
                  <a:pt x="607884" y="1094181"/>
                  <a:pt x="487772" y="1144985"/>
                </a:cubicBezTo>
                <a:lnTo>
                  <a:pt x="470564" y="1150326"/>
                </a:lnTo>
                <a:lnTo>
                  <a:pt x="244457" y="1150326"/>
                </a:lnTo>
                <a:lnTo>
                  <a:pt x="227249" y="1144985"/>
                </a:lnTo>
                <a:cubicBezTo>
                  <a:pt x="107137" y="1094181"/>
                  <a:pt x="22858" y="975248"/>
                  <a:pt x="22858" y="836631"/>
                </a:cubicBezTo>
                <a:cubicBezTo>
                  <a:pt x="22858" y="651808"/>
                  <a:pt x="172688" y="501978"/>
                  <a:pt x="357511" y="501978"/>
                </a:cubicBezTo>
                <a:close/>
                <a:moveTo>
                  <a:pt x="357511" y="334653"/>
                </a:moveTo>
                <a:cubicBezTo>
                  <a:pt x="634746" y="334653"/>
                  <a:pt x="859490" y="559396"/>
                  <a:pt x="859490" y="836631"/>
                </a:cubicBezTo>
                <a:cubicBezTo>
                  <a:pt x="859490" y="940594"/>
                  <a:pt x="827885" y="1037175"/>
                  <a:pt x="773760" y="1117291"/>
                </a:cubicBezTo>
                <a:lnTo>
                  <a:pt x="746503" y="1150326"/>
                </a:lnTo>
                <a:lnTo>
                  <a:pt x="631612" y="1150326"/>
                </a:lnTo>
                <a:lnTo>
                  <a:pt x="653307" y="1132426"/>
                </a:lnTo>
                <a:cubicBezTo>
                  <a:pt x="729007" y="1056726"/>
                  <a:pt x="775829" y="952146"/>
                  <a:pt x="775829" y="836631"/>
                </a:cubicBezTo>
                <a:cubicBezTo>
                  <a:pt x="775829" y="605600"/>
                  <a:pt x="588542" y="418312"/>
                  <a:pt x="357511" y="418312"/>
                </a:cubicBezTo>
                <a:cubicBezTo>
                  <a:pt x="213116" y="418312"/>
                  <a:pt x="85809" y="491471"/>
                  <a:pt x="10634" y="602745"/>
                </a:cubicBezTo>
                <a:lnTo>
                  <a:pt x="0" y="622337"/>
                </a:lnTo>
                <a:lnTo>
                  <a:pt x="0" y="484779"/>
                </a:lnTo>
                <a:lnTo>
                  <a:pt x="2559" y="481679"/>
                </a:lnTo>
                <a:cubicBezTo>
                  <a:pt x="93399" y="390838"/>
                  <a:pt x="218894" y="334653"/>
                  <a:pt x="357511" y="334653"/>
                </a:cubicBezTo>
                <a:close/>
                <a:moveTo>
                  <a:pt x="357511" y="167326"/>
                </a:moveTo>
                <a:cubicBezTo>
                  <a:pt x="727157" y="167326"/>
                  <a:pt x="1026815" y="466984"/>
                  <a:pt x="1026815" y="836631"/>
                </a:cubicBezTo>
                <a:cubicBezTo>
                  <a:pt x="1026815" y="929042"/>
                  <a:pt x="1008086" y="1017080"/>
                  <a:pt x="974218" y="1097154"/>
                </a:cubicBezTo>
                <a:lnTo>
                  <a:pt x="945357" y="1150326"/>
                </a:lnTo>
                <a:lnTo>
                  <a:pt x="850592" y="1150326"/>
                </a:lnTo>
                <a:lnTo>
                  <a:pt x="897129" y="1064589"/>
                </a:lnTo>
                <a:cubicBezTo>
                  <a:pt x="926764" y="994524"/>
                  <a:pt x="943152" y="917491"/>
                  <a:pt x="943152" y="836631"/>
                </a:cubicBezTo>
                <a:cubicBezTo>
                  <a:pt x="943152" y="513190"/>
                  <a:pt x="680951" y="250990"/>
                  <a:pt x="357511" y="250990"/>
                </a:cubicBezTo>
                <a:cubicBezTo>
                  <a:pt x="236220" y="250990"/>
                  <a:pt x="123542" y="287862"/>
                  <a:pt x="30073" y="351008"/>
                </a:cubicBezTo>
                <a:lnTo>
                  <a:pt x="0" y="375821"/>
                </a:lnTo>
                <a:lnTo>
                  <a:pt x="0" y="272566"/>
                </a:lnTo>
                <a:lnTo>
                  <a:pt x="96987" y="219924"/>
                </a:lnTo>
                <a:cubicBezTo>
                  <a:pt x="177062" y="186055"/>
                  <a:pt x="265099" y="167326"/>
                  <a:pt x="357511" y="167326"/>
                </a:cubicBezTo>
                <a:close/>
                <a:moveTo>
                  <a:pt x="357511" y="0"/>
                </a:moveTo>
                <a:cubicBezTo>
                  <a:pt x="819569" y="0"/>
                  <a:pt x="1194141" y="374572"/>
                  <a:pt x="1194141" y="836631"/>
                </a:cubicBezTo>
                <a:cubicBezTo>
                  <a:pt x="1194141" y="894388"/>
                  <a:pt x="1188289" y="950778"/>
                  <a:pt x="1177144" y="1005241"/>
                </a:cubicBezTo>
                <a:lnTo>
                  <a:pt x="1132107" y="1150326"/>
                </a:lnTo>
                <a:lnTo>
                  <a:pt x="1040121" y="1150326"/>
                </a:lnTo>
                <a:lnTo>
                  <a:pt x="1051306" y="1129720"/>
                </a:lnTo>
                <a:cubicBezTo>
                  <a:pt x="1089408" y="1039636"/>
                  <a:pt x="1110478" y="940594"/>
                  <a:pt x="1110478" y="836631"/>
                </a:cubicBezTo>
                <a:cubicBezTo>
                  <a:pt x="1110478" y="420778"/>
                  <a:pt x="773363" y="83663"/>
                  <a:pt x="357511" y="83663"/>
                </a:cubicBezTo>
                <a:cubicBezTo>
                  <a:pt x="253547" y="83663"/>
                  <a:pt x="154505" y="104733"/>
                  <a:pt x="64422" y="142835"/>
                </a:cubicBezTo>
                <a:lnTo>
                  <a:pt x="0" y="177802"/>
                </a:lnTo>
                <a:lnTo>
                  <a:pt x="0" y="83038"/>
                </a:lnTo>
                <a:lnTo>
                  <a:pt x="31856" y="65747"/>
                </a:lnTo>
                <a:cubicBezTo>
                  <a:pt x="131949" y="23411"/>
                  <a:pt x="241996" y="0"/>
                  <a:pt x="35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7" name="矩形: 圆角 106"/>
          <p:cNvSpPr/>
          <p:nvPr userDrawn="1">
            <p:custDataLst>
              <p:tags r:id="rId11"/>
            </p:custDataLst>
          </p:nvPr>
        </p:nvSpPr>
        <p:spPr>
          <a:xfrm>
            <a:off x="853259" y="925548"/>
            <a:ext cx="10485478" cy="5035688"/>
          </a:xfrm>
          <a:prstGeom prst="roundRect">
            <a:avLst>
              <a:gd name="adj" fmla="val 3274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椭圆 4"/>
          <p:cNvSpPr/>
          <p:nvPr userDrawn="1">
            <p:custDataLst>
              <p:tags r:id="rId12"/>
            </p:custDataLst>
          </p:nvPr>
        </p:nvSpPr>
        <p:spPr>
          <a:xfrm>
            <a:off x="1006289" y="1104246"/>
            <a:ext cx="187853" cy="1878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9" name="椭圆 38"/>
          <p:cNvSpPr/>
          <p:nvPr userDrawn="1">
            <p:custDataLst>
              <p:tags r:id="rId13"/>
            </p:custDataLst>
          </p:nvPr>
        </p:nvSpPr>
        <p:spPr>
          <a:xfrm>
            <a:off x="10920527" y="5577390"/>
            <a:ext cx="187853" cy="187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椭圆 39"/>
          <p:cNvSpPr/>
          <p:nvPr userDrawn="1">
            <p:custDataLst>
              <p:tags r:id="rId14"/>
            </p:custDataLst>
          </p:nvPr>
        </p:nvSpPr>
        <p:spPr>
          <a:xfrm>
            <a:off x="1042194" y="5577390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0" name="任意多边形: 形状 99"/>
          <p:cNvSpPr/>
          <p:nvPr userDrawn="1">
            <p:custDataLst>
              <p:tags r:id="rId15"/>
            </p:custDataLst>
          </p:nvPr>
        </p:nvSpPr>
        <p:spPr>
          <a:xfrm>
            <a:off x="10867390" y="2987040"/>
            <a:ext cx="984885" cy="829310"/>
          </a:xfrm>
          <a:custGeom>
            <a:avLst/>
            <a:gdLst>
              <a:gd name="connsiteX0" fmla="*/ 0 w 999858"/>
              <a:gd name="connsiteY0" fmla="*/ 555476 h 820396"/>
              <a:gd name="connsiteX1" fmla="*/ 25638 w 999858"/>
              <a:gd name="connsiteY1" fmla="*/ 726392 h 820396"/>
              <a:gd name="connsiteX2" fmla="*/ 717847 w 999858"/>
              <a:gd name="connsiteY2" fmla="*/ 213645 h 820396"/>
              <a:gd name="connsiteX3" fmla="*/ 888763 w 999858"/>
              <a:gd name="connsiteY3" fmla="*/ 794759 h 820396"/>
              <a:gd name="connsiteX4" fmla="*/ 999858 w 999858"/>
              <a:gd name="connsiteY4" fmla="*/ 820396 h 820396"/>
              <a:gd name="connsiteX5" fmla="*/ 828942 w 999858"/>
              <a:gd name="connsiteY5" fmla="*/ 0 h 820396"/>
              <a:gd name="connsiteX6" fmla="*/ 0 w 999858"/>
              <a:gd name="connsiteY6" fmla="*/ 555476 h 820396"/>
              <a:gd name="connsiteX0-1" fmla="*/ 0 w 982766"/>
              <a:gd name="connsiteY0-2" fmla="*/ 555476 h 820396"/>
              <a:gd name="connsiteX1-3" fmla="*/ 8546 w 982766"/>
              <a:gd name="connsiteY1-4" fmla="*/ 726392 h 820396"/>
              <a:gd name="connsiteX2-5" fmla="*/ 700755 w 982766"/>
              <a:gd name="connsiteY2-6" fmla="*/ 213645 h 820396"/>
              <a:gd name="connsiteX3-7" fmla="*/ 871671 w 982766"/>
              <a:gd name="connsiteY3-8" fmla="*/ 794759 h 820396"/>
              <a:gd name="connsiteX4-9" fmla="*/ 982766 w 982766"/>
              <a:gd name="connsiteY4-10" fmla="*/ 820396 h 820396"/>
              <a:gd name="connsiteX5-11" fmla="*/ 811850 w 982766"/>
              <a:gd name="connsiteY5-12" fmla="*/ 0 h 820396"/>
              <a:gd name="connsiteX6-13" fmla="*/ 0 w 982766"/>
              <a:gd name="connsiteY6-14" fmla="*/ 555476 h 820396"/>
              <a:gd name="connsiteX0-15" fmla="*/ 0 w 1008403"/>
              <a:gd name="connsiteY0-16" fmla="*/ 555476 h 820396"/>
              <a:gd name="connsiteX1-17" fmla="*/ 8546 w 1008403"/>
              <a:gd name="connsiteY1-18" fmla="*/ 726392 h 820396"/>
              <a:gd name="connsiteX2-19" fmla="*/ 700755 w 1008403"/>
              <a:gd name="connsiteY2-20" fmla="*/ 213645 h 820396"/>
              <a:gd name="connsiteX3-21" fmla="*/ 871671 w 1008403"/>
              <a:gd name="connsiteY3-22" fmla="*/ 794759 h 820396"/>
              <a:gd name="connsiteX4-23" fmla="*/ 1008403 w 1008403"/>
              <a:gd name="connsiteY4-24" fmla="*/ 820396 h 820396"/>
              <a:gd name="connsiteX5-25" fmla="*/ 811850 w 1008403"/>
              <a:gd name="connsiteY5-26" fmla="*/ 0 h 820396"/>
              <a:gd name="connsiteX6-27" fmla="*/ 0 w 1008403"/>
              <a:gd name="connsiteY6-28" fmla="*/ 555476 h 820396"/>
              <a:gd name="connsiteX0-29" fmla="*/ 0 w 1025494"/>
              <a:gd name="connsiteY0-30" fmla="*/ 555476 h 846033"/>
              <a:gd name="connsiteX1-31" fmla="*/ 8546 w 1025494"/>
              <a:gd name="connsiteY1-32" fmla="*/ 726392 h 846033"/>
              <a:gd name="connsiteX2-33" fmla="*/ 700755 w 1025494"/>
              <a:gd name="connsiteY2-34" fmla="*/ 213645 h 846033"/>
              <a:gd name="connsiteX3-35" fmla="*/ 871671 w 1025494"/>
              <a:gd name="connsiteY3-36" fmla="*/ 794759 h 846033"/>
              <a:gd name="connsiteX4-37" fmla="*/ 1025494 w 1025494"/>
              <a:gd name="connsiteY4-38" fmla="*/ 846033 h 846033"/>
              <a:gd name="connsiteX5-39" fmla="*/ 811850 w 1025494"/>
              <a:gd name="connsiteY5-40" fmla="*/ 0 h 846033"/>
              <a:gd name="connsiteX6-41" fmla="*/ 0 w 1025494"/>
              <a:gd name="connsiteY6-42" fmla="*/ 555476 h 846033"/>
              <a:gd name="connsiteX0-43" fmla="*/ 0 w 1025494"/>
              <a:gd name="connsiteY0-44" fmla="*/ 555476 h 863125"/>
              <a:gd name="connsiteX1-45" fmla="*/ 8546 w 1025494"/>
              <a:gd name="connsiteY1-46" fmla="*/ 726392 h 863125"/>
              <a:gd name="connsiteX2-47" fmla="*/ 700755 w 1025494"/>
              <a:gd name="connsiteY2-48" fmla="*/ 213645 h 863125"/>
              <a:gd name="connsiteX3-49" fmla="*/ 871671 w 1025494"/>
              <a:gd name="connsiteY3-50" fmla="*/ 794759 h 863125"/>
              <a:gd name="connsiteX4-51" fmla="*/ 1025494 w 1025494"/>
              <a:gd name="connsiteY4-52" fmla="*/ 863125 h 863125"/>
              <a:gd name="connsiteX5-53" fmla="*/ 811850 w 1025494"/>
              <a:gd name="connsiteY5-54" fmla="*/ 0 h 863125"/>
              <a:gd name="connsiteX6-55" fmla="*/ 0 w 1025494"/>
              <a:gd name="connsiteY6-56" fmla="*/ 555476 h 863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25494" h="863125">
                <a:moveTo>
                  <a:pt x="0" y="555476"/>
                </a:moveTo>
                <a:lnTo>
                  <a:pt x="8546" y="726392"/>
                </a:lnTo>
                <a:lnTo>
                  <a:pt x="700755" y="213645"/>
                </a:lnTo>
                <a:lnTo>
                  <a:pt x="871671" y="794759"/>
                </a:lnTo>
                <a:lnTo>
                  <a:pt x="1025494" y="863125"/>
                </a:lnTo>
                <a:lnTo>
                  <a:pt x="811850" y="0"/>
                </a:lnTo>
                <a:lnTo>
                  <a:pt x="0" y="555476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1" name="任意多边形: 形状 100"/>
          <p:cNvSpPr/>
          <p:nvPr userDrawn="1">
            <p:custDataLst>
              <p:tags r:id="rId16"/>
            </p:custDataLst>
          </p:nvPr>
        </p:nvSpPr>
        <p:spPr>
          <a:xfrm>
            <a:off x="11155045" y="2978785"/>
            <a:ext cx="829310" cy="993140"/>
          </a:xfrm>
          <a:custGeom>
            <a:avLst/>
            <a:gdLst>
              <a:gd name="connsiteX0" fmla="*/ 512747 w 863125"/>
              <a:gd name="connsiteY0" fmla="*/ 0 h 1034041"/>
              <a:gd name="connsiteX1" fmla="*/ 692209 w 863125"/>
              <a:gd name="connsiteY1" fmla="*/ 34183 h 1034041"/>
              <a:gd name="connsiteX2" fmla="*/ 863125 w 863125"/>
              <a:gd name="connsiteY2" fmla="*/ 1034041 h 1034041"/>
              <a:gd name="connsiteX3" fmla="*/ 0 w 863125"/>
              <a:gd name="connsiteY3" fmla="*/ 709301 h 1034041"/>
              <a:gd name="connsiteX4" fmla="*/ 136732 w 863125"/>
              <a:gd name="connsiteY4" fmla="*/ 606751 h 1034041"/>
              <a:gd name="connsiteX5" fmla="*/ 692209 w 863125"/>
              <a:gd name="connsiteY5" fmla="*/ 837488 h 1034041"/>
              <a:gd name="connsiteX6" fmla="*/ 512747 w 863125"/>
              <a:gd name="connsiteY6" fmla="*/ 0 h 1034041"/>
              <a:gd name="connsiteX0-1" fmla="*/ 512747 w 863125"/>
              <a:gd name="connsiteY0-2" fmla="*/ 0 h 1034041"/>
              <a:gd name="connsiteX1-3" fmla="*/ 658026 w 863125"/>
              <a:gd name="connsiteY1-4" fmla="*/ 34183 h 1034041"/>
              <a:gd name="connsiteX2-5" fmla="*/ 863125 w 863125"/>
              <a:gd name="connsiteY2-6" fmla="*/ 1034041 h 1034041"/>
              <a:gd name="connsiteX3-7" fmla="*/ 0 w 863125"/>
              <a:gd name="connsiteY3-8" fmla="*/ 709301 h 1034041"/>
              <a:gd name="connsiteX4-9" fmla="*/ 136732 w 863125"/>
              <a:gd name="connsiteY4-10" fmla="*/ 606751 h 1034041"/>
              <a:gd name="connsiteX5-11" fmla="*/ 692209 w 863125"/>
              <a:gd name="connsiteY5-12" fmla="*/ 837488 h 1034041"/>
              <a:gd name="connsiteX6-13" fmla="*/ 512747 w 863125"/>
              <a:gd name="connsiteY6-14" fmla="*/ 0 h 1034041"/>
              <a:gd name="connsiteX0-15" fmla="*/ 512747 w 863125"/>
              <a:gd name="connsiteY0-16" fmla="*/ 0 h 1034041"/>
              <a:gd name="connsiteX1-17" fmla="*/ 658026 w 863125"/>
              <a:gd name="connsiteY1-18" fmla="*/ 34183 h 1034041"/>
              <a:gd name="connsiteX2-19" fmla="*/ 863125 w 863125"/>
              <a:gd name="connsiteY2-20" fmla="*/ 1034041 h 1034041"/>
              <a:gd name="connsiteX3-21" fmla="*/ 0 w 863125"/>
              <a:gd name="connsiteY3-22" fmla="*/ 709301 h 1034041"/>
              <a:gd name="connsiteX4-23" fmla="*/ 136732 w 863125"/>
              <a:gd name="connsiteY4-24" fmla="*/ 606751 h 1034041"/>
              <a:gd name="connsiteX5-25" fmla="*/ 717846 w 863125"/>
              <a:gd name="connsiteY5-26" fmla="*/ 871671 h 1034041"/>
              <a:gd name="connsiteX6-27" fmla="*/ 512747 w 863125"/>
              <a:gd name="connsiteY6-28" fmla="*/ 0 h 1034041"/>
              <a:gd name="connsiteX0-29" fmla="*/ 512747 w 863125"/>
              <a:gd name="connsiteY0-30" fmla="*/ 0 h 1034041"/>
              <a:gd name="connsiteX1-31" fmla="*/ 658026 w 863125"/>
              <a:gd name="connsiteY1-32" fmla="*/ 34183 h 1034041"/>
              <a:gd name="connsiteX2-33" fmla="*/ 863125 w 863125"/>
              <a:gd name="connsiteY2-34" fmla="*/ 1034041 h 1034041"/>
              <a:gd name="connsiteX3-35" fmla="*/ 0 w 863125"/>
              <a:gd name="connsiteY3-36" fmla="*/ 709301 h 1034041"/>
              <a:gd name="connsiteX4-37" fmla="*/ 136732 w 863125"/>
              <a:gd name="connsiteY4-38" fmla="*/ 606751 h 1034041"/>
              <a:gd name="connsiteX5-39" fmla="*/ 726392 w 863125"/>
              <a:gd name="connsiteY5-40" fmla="*/ 871671 h 1034041"/>
              <a:gd name="connsiteX6-41" fmla="*/ 512747 w 863125"/>
              <a:gd name="connsiteY6-42" fmla="*/ 0 h 10340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63125" h="1034041">
                <a:moveTo>
                  <a:pt x="512747" y="0"/>
                </a:moveTo>
                <a:lnTo>
                  <a:pt x="658026" y="34183"/>
                </a:lnTo>
                <a:lnTo>
                  <a:pt x="863125" y="1034041"/>
                </a:lnTo>
                <a:lnTo>
                  <a:pt x="0" y="709301"/>
                </a:lnTo>
                <a:lnTo>
                  <a:pt x="136732" y="606751"/>
                </a:lnTo>
                <a:lnTo>
                  <a:pt x="726392" y="871671"/>
                </a:lnTo>
                <a:lnTo>
                  <a:pt x="512747" y="0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2" name="任意多边形: 形状 101"/>
          <p:cNvSpPr/>
          <p:nvPr userDrawn="1">
            <p:custDataLst>
              <p:tags r:id="rId17"/>
            </p:custDataLst>
          </p:nvPr>
        </p:nvSpPr>
        <p:spPr>
          <a:xfrm>
            <a:off x="10875645" y="3200400"/>
            <a:ext cx="1108075" cy="894715"/>
          </a:xfrm>
          <a:custGeom>
            <a:avLst/>
            <a:gdLst>
              <a:gd name="connsiteX0" fmla="*/ 683663 w 1153682"/>
              <a:gd name="connsiteY0" fmla="*/ 0 h 931492"/>
              <a:gd name="connsiteX1" fmla="*/ 743484 w 1153682"/>
              <a:gd name="connsiteY1" fmla="*/ 170916 h 931492"/>
              <a:gd name="connsiteX2" fmla="*/ 264919 w 1153682"/>
              <a:gd name="connsiteY2" fmla="*/ 487111 h 931492"/>
              <a:gd name="connsiteX3" fmla="*/ 1153682 w 1153682"/>
              <a:gd name="connsiteY3" fmla="*/ 811851 h 931492"/>
              <a:gd name="connsiteX4" fmla="*/ 999858 w 1153682"/>
              <a:gd name="connsiteY4" fmla="*/ 931492 h 931492"/>
              <a:gd name="connsiteX5" fmla="*/ 0 w 1153682"/>
              <a:gd name="connsiteY5" fmla="*/ 495657 h 931492"/>
              <a:gd name="connsiteX6" fmla="*/ 683663 w 1153682"/>
              <a:gd name="connsiteY6" fmla="*/ 0 h 931492"/>
              <a:gd name="connsiteX0-1" fmla="*/ 683663 w 1153682"/>
              <a:gd name="connsiteY0-2" fmla="*/ 0 h 931492"/>
              <a:gd name="connsiteX1-3" fmla="*/ 743484 w 1153682"/>
              <a:gd name="connsiteY1-4" fmla="*/ 170916 h 931492"/>
              <a:gd name="connsiteX2-5" fmla="*/ 273464 w 1153682"/>
              <a:gd name="connsiteY2-6" fmla="*/ 452928 h 931492"/>
              <a:gd name="connsiteX3-7" fmla="*/ 1153682 w 1153682"/>
              <a:gd name="connsiteY3-8" fmla="*/ 811851 h 931492"/>
              <a:gd name="connsiteX4-9" fmla="*/ 999858 w 1153682"/>
              <a:gd name="connsiteY4-10" fmla="*/ 931492 h 931492"/>
              <a:gd name="connsiteX5-11" fmla="*/ 0 w 1153682"/>
              <a:gd name="connsiteY5-12" fmla="*/ 495657 h 931492"/>
              <a:gd name="connsiteX6-13" fmla="*/ 683663 w 1153682"/>
              <a:gd name="connsiteY6-14" fmla="*/ 0 h 931492"/>
              <a:gd name="connsiteX0-15" fmla="*/ 683663 w 1153682"/>
              <a:gd name="connsiteY0-16" fmla="*/ 0 h 931492"/>
              <a:gd name="connsiteX1-17" fmla="*/ 743484 w 1153682"/>
              <a:gd name="connsiteY1-18" fmla="*/ 170916 h 931492"/>
              <a:gd name="connsiteX2-19" fmla="*/ 264919 w 1153682"/>
              <a:gd name="connsiteY2-20" fmla="*/ 461474 h 931492"/>
              <a:gd name="connsiteX3-21" fmla="*/ 1153682 w 1153682"/>
              <a:gd name="connsiteY3-22" fmla="*/ 811851 h 931492"/>
              <a:gd name="connsiteX4-23" fmla="*/ 999858 w 1153682"/>
              <a:gd name="connsiteY4-24" fmla="*/ 931492 h 931492"/>
              <a:gd name="connsiteX5-25" fmla="*/ 0 w 1153682"/>
              <a:gd name="connsiteY5-26" fmla="*/ 495657 h 931492"/>
              <a:gd name="connsiteX6-27" fmla="*/ 683663 w 1153682"/>
              <a:gd name="connsiteY6-28" fmla="*/ 0 h 931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53682" h="931492">
                <a:moveTo>
                  <a:pt x="683663" y="0"/>
                </a:moveTo>
                <a:lnTo>
                  <a:pt x="743484" y="170916"/>
                </a:lnTo>
                <a:lnTo>
                  <a:pt x="264919" y="461474"/>
                </a:lnTo>
                <a:lnTo>
                  <a:pt x="1153682" y="811851"/>
                </a:lnTo>
                <a:lnTo>
                  <a:pt x="999858" y="931492"/>
                </a:lnTo>
                <a:lnTo>
                  <a:pt x="0" y="495657"/>
                </a:lnTo>
                <a:lnTo>
                  <a:pt x="683663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8" name="椭圆 107"/>
          <p:cNvSpPr/>
          <p:nvPr userDrawn="1">
            <p:custDataLst>
              <p:tags r:id="rId18"/>
            </p:custDataLst>
          </p:nvPr>
        </p:nvSpPr>
        <p:spPr>
          <a:xfrm>
            <a:off x="10943656" y="1092855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日期"/>
          <p:cNvSpPr>
            <a:spLocks noGrp="1"/>
          </p:cNvSpPr>
          <p:nvPr>
            <p:ph type="body" idx="16386" hasCustomPrompt="1"/>
            <p:custDataLst>
              <p:tags r:id="rId19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20XX YEAR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20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单击此处添加文档标题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21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BY WPS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>
            <p:custDataLst>
              <p:tags r:id="rId4"/>
            </p:custDataLst>
          </p:nvPr>
        </p:nvSpPr>
        <p:spPr>
          <a:xfrm>
            <a:off x="7372985" y="4102735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任意多边形: 形状 33"/>
          <p:cNvSpPr/>
          <p:nvPr userDrawn="1">
            <p:custDataLst>
              <p:tags r:id="rId5"/>
            </p:custDataLst>
          </p:nvPr>
        </p:nvSpPr>
        <p:spPr>
          <a:xfrm>
            <a:off x="9316479" y="696930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6" name="任意多边形: 形状 32"/>
          <p:cNvSpPr/>
          <p:nvPr userDrawn="1">
            <p:custDataLst>
              <p:tags r:id="rId6"/>
            </p:custDataLst>
          </p:nvPr>
        </p:nvSpPr>
        <p:spPr>
          <a:xfrm>
            <a:off x="496396" y="4352787"/>
            <a:ext cx="2219228" cy="2219228"/>
          </a:xfrm>
          <a:custGeom>
            <a:avLst/>
            <a:gdLst>
              <a:gd name="connsiteX0" fmla="*/ 1763176 w 3526352"/>
              <a:gd name="connsiteY0" fmla="*/ 1586858 h 3526352"/>
              <a:gd name="connsiteX1" fmla="*/ 1586858 w 3526352"/>
              <a:gd name="connsiteY1" fmla="*/ 1763176 h 3526352"/>
              <a:gd name="connsiteX2" fmla="*/ 1763176 w 3526352"/>
              <a:gd name="connsiteY2" fmla="*/ 1939494 h 3526352"/>
              <a:gd name="connsiteX3" fmla="*/ 1939494 w 3526352"/>
              <a:gd name="connsiteY3" fmla="*/ 1763176 h 3526352"/>
              <a:gd name="connsiteX4" fmla="*/ 1763176 w 3526352"/>
              <a:gd name="connsiteY4" fmla="*/ 1586858 h 3526352"/>
              <a:gd name="connsiteX5" fmla="*/ 1763176 w 3526352"/>
              <a:gd name="connsiteY5" fmla="*/ 1410540 h 3526352"/>
              <a:gd name="connsiteX6" fmla="*/ 2115812 w 3526352"/>
              <a:gd name="connsiteY6" fmla="*/ 1763176 h 3526352"/>
              <a:gd name="connsiteX7" fmla="*/ 1763176 w 3526352"/>
              <a:gd name="connsiteY7" fmla="*/ 2115812 h 3526352"/>
              <a:gd name="connsiteX8" fmla="*/ 1410540 w 3526352"/>
              <a:gd name="connsiteY8" fmla="*/ 1763176 h 3526352"/>
              <a:gd name="connsiteX9" fmla="*/ 1763176 w 3526352"/>
              <a:gd name="connsiteY9" fmla="*/ 1410540 h 3526352"/>
              <a:gd name="connsiteX10" fmla="*/ 1763176 w 3526352"/>
              <a:gd name="connsiteY10" fmla="*/ 1234223 h 3526352"/>
              <a:gd name="connsiteX11" fmla="*/ 1234223 w 3526352"/>
              <a:gd name="connsiteY11" fmla="*/ 1763176 h 3526352"/>
              <a:gd name="connsiteX12" fmla="*/ 1763176 w 3526352"/>
              <a:gd name="connsiteY12" fmla="*/ 2292129 h 3526352"/>
              <a:gd name="connsiteX13" fmla="*/ 2292129 w 3526352"/>
              <a:gd name="connsiteY13" fmla="*/ 1763176 h 3526352"/>
              <a:gd name="connsiteX14" fmla="*/ 1763176 w 3526352"/>
              <a:gd name="connsiteY14" fmla="*/ 1234223 h 3526352"/>
              <a:gd name="connsiteX15" fmla="*/ 1763176 w 3526352"/>
              <a:gd name="connsiteY15" fmla="*/ 1057905 h 3526352"/>
              <a:gd name="connsiteX16" fmla="*/ 2468447 w 3526352"/>
              <a:gd name="connsiteY16" fmla="*/ 1763176 h 3526352"/>
              <a:gd name="connsiteX17" fmla="*/ 1763176 w 3526352"/>
              <a:gd name="connsiteY17" fmla="*/ 2468447 h 3526352"/>
              <a:gd name="connsiteX18" fmla="*/ 1057905 w 3526352"/>
              <a:gd name="connsiteY18" fmla="*/ 1763176 h 3526352"/>
              <a:gd name="connsiteX19" fmla="*/ 1763176 w 3526352"/>
              <a:gd name="connsiteY19" fmla="*/ 1057905 h 3526352"/>
              <a:gd name="connsiteX20" fmla="*/ 1763176 w 3526352"/>
              <a:gd name="connsiteY20" fmla="*/ 881581 h 3526352"/>
              <a:gd name="connsiteX21" fmla="*/ 881581 w 3526352"/>
              <a:gd name="connsiteY21" fmla="*/ 1763176 h 3526352"/>
              <a:gd name="connsiteX22" fmla="*/ 1763176 w 3526352"/>
              <a:gd name="connsiteY22" fmla="*/ 2644771 h 3526352"/>
              <a:gd name="connsiteX23" fmla="*/ 2644771 w 3526352"/>
              <a:gd name="connsiteY23" fmla="*/ 1763176 h 3526352"/>
              <a:gd name="connsiteX24" fmla="*/ 1763176 w 3526352"/>
              <a:gd name="connsiteY24" fmla="*/ 881581 h 3526352"/>
              <a:gd name="connsiteX25" fmla="*/ 1763176 w 3526352"/>
              <a:gd name="connsiteY25" fmla="*/ 705270 h 3526352"/>
              <a:gd name="connsiteX26" fmla="*/ 2821082 w 3526352"/>
              <a:gd name="connsiteY26" fmla="*/ 1763176 h 3526352"/>
              <a:gd name="connsiteX27" fmla="*/ 1763176 w 3526352"/>
              <a:gd name="connsiteY27" fmla="*/ 2821082 h 3526352"/>
              <a:gd name="connsiteX28" fmla="*/ 705270 w 3526352"/>
              <a:gd name="connsiteY28" fmla="*/ 1763176 h 3526352"/>
              <a:gd name="connsiteX29" fmla="*/ 1763176 w 3526352"/>
              <a:gd name="connsiteY29" fmla="*/ 705270 h 3526352"/>
              <a:gd name="connsiteX30" fmla="*/ 1763176 w 3526352"/>
              <a:gd name="connsiteY30" fmla="*/ 528953 h 3526352"/>
              <a:gd name="connsiteX31" fmla="*/ 528953 w 3526352"/>
              <a:gd name="connsiteY31" fmla="*/ 1763176 h 3526352"/>
              <a:gd name="connsiteX32" fmla="*/ 1763176 w 3526352"/>
              <a:gd name="connsiteY32" fmla="*/ 2997399 h 3526352"/>
              <a:gd name="connsiteX33" fmla="*/ 2997399 w 3526352"/>
              <a:gd name="connsiteY33" fmla="*/ 1763176 h 3526352"/>
              <a:gd name="connsiteX34" fmla="*/ 1763176 w 3526352"/>
              <a:gd name="connsiteY34" fmla="*/ 528953 h 3526352"/>
              <a:gd name="connsiteX35" fmla="*/ 1763176 w 3526352"/>
              <a:gd name="connsiteY35" fmla="*/ 352635 h 3526352"/>
              <a:gd name="connsiteX36" fmla="*/ 3173717 w 3526352"/>
              <a:gd name="connsiteY36" fmla="*/ 1763176 h 3526352"/>
              <a:gd name="connsiteX37" fmla="*/ 1763176 w 3526352"/>
              <a:gd name="connsiteY37" fmla="*/ 3173717 h 3526352"/>
              <a:gd name="connsiteX38" fmla="*/ 352635 w 3526352"/>
              <a:gd name="connsiteY38" fmla="*/ 1763176 h 3526352"/>
              <a:gd name="connsiteX39" fmla="*/ 1763176 w 3526352"/>
              <a:gd name="connsiteY39" fmla="*/ 352635 h 3526352"/>
              <a:gd name="connsiteX40" fmla="*/ 1763176 w 3526352"/>
              <a:gd name="connsiteY40" fmla="*/ 176318 h 3526352"/>
              <a:gd name="connsiteX41" fmla="*/ 176318 w 3526352"/>
              <a:gd name="connsiteY41" fmla="*/ 1763176 h 3526352"/>
              <a:gd name="connsiteX42" fmla="*/ 1763176 w 3526352"/>
              <a:gd name="connsiteY42" fmla="*/ 3350034 h 3526352"/>
              <a:gd name="connsiteX43" fmla="*/ 3350034 w 3526352"/>
              <a:gd name="connsiteY43" fmla="*/ 1763176 h 3526352"/>
              <a:gd name="connsiteX44" fmla="*/ 1763176 w 3526352"/>
              <a:gd name="connsiteY44" fmla="*/ 176318 h 3526352"/>
              <a:gd name="connsiteX45" fmla="*/ 1763176 w 3526352"/>
              <a:gd name="connsiteY45" fmla="*/ 0 h 3526352"/>
              <a:gd name="connsiteX46" fmla="*/ 3526352 w 3526352"/>
              <a:gd name="connsiteY46" fmla="*/ 1763176 h 3526352"/>
              <a:gd name="connsiteX47" fmla="*/ 1763176 w 3526352"/>
              <a:gd name="connsiteY47" fmla="*/ 3526352 h 3526352"/>
              <a:gd name="connsiteX48" fmla="*/ 0 w 3526352"/>
              <a:gd name="connsiteY48" fmla="*/ 1763176 h 3526352"/>
              <a:gd name="connsiteX49" fmla="*/ 1763176 w 3526352"/>
              <a:gd name="connsiteY49" fmla="*/ 0 h 352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526352" h="3526352">
                <a:moveTo>
                  <a:pt x="1763176" y="1586858"/>
                </a:moveTo>
                <a:cubicBezTo>
                  <a:pt x="1665798" y="1586858"/>
                  <a:pt x="1586858" y="1665798"/>
                  <a:pt x="1586858" y="1763176"/>
                </a:cubicBezTo>
                <a:cubicBezTo>
                  <a:pt x="1586858" y="1860554"/>
                  <a:pt x="1665798" y="1939494"/>
                  <a:pt x="1763176" y="1939494"/>
                </a:cubicBezTo>
                <a:cubicBezTo>
                  <a:pt x="1860554" y="1939494"/>
                  <a:pt x="1939494" y="1860554"/>
                  <a:pt x="1939494" y="1763176"/>
                </a:cubicBezTo>
                <a:cubicBezTo>
                  <a:pt x="1939494" y="1665798"/>
                  <a:pt x="1860554" y="1586858"/>
                  <a:pt x="1763176" y="1586858"/>
                </a:cubicBezTo>
                <a:close/>
                <a:moveTo>
                  <a:pt x="1763176" y="1410540"/>
                </a:moveTo>
                <a:cubicBezTo>
                  <a:pt x="1957931" y="1410540"/>
                  <a:pt x="2115812" y="1568421"/>
                  <a:pt x="2115812" y="1763176"/>
                </a:cubicBezTo>
                <a:cubicBezTo>
                  <a:pt x="2115812" y="1957931"/>
                  <a:pt x="1957931" y="2115812"/>
                  <a:pt x="1763176" y="2115812"/>
                </a:cubicBezTo>
                <a:cubicBezTo>
                  <a:pt x="1568421" y="2115812"/>
                  <a:pt x="1410540" y="1957931"/>
                  <a:pt x="1410540" y="1763176"/>
                </a:cubicBezTo>
                <a:cubicBezTo>
                  <a:pt x="1410540" y="1568421"/>
                  <a:pt x="1568421" y="1410540"/>
                  <a:pt x="1763176" y="1410540"/>
                </a:cubicBezTo>
                <a:close/>
                <a:moveTo>
                  <a:pt x="1763176" y="1234223"/>
                </a:moveTo>
                <a:cubicBezTo>
                  <a:pt x="1471043" y="1234223"/>
                  <a:pt x="1234223" y="1471043"/>
                  <a:pt x="1234223" y="1763176"/>
                </a:cubicBezTo>
                <a:cubicBezTo>
                  <a:pt x="1234223" y="2055309"/>
                  <a:pt x="1471043" y="2292129"/>
                  <a:pt x="1763176" y="2292129"/>
                </a:cubicBezTo>
                <a:cubicBezTo>
                  <a:pt x="2055309" y="2292129"/>
                  <a:pt x="2292129" y="2055309"/>
                  <a:pt x="2292129" y="1763176"/>
                </a:cubicBezTo>
                <a:cubicBezTo>
                  <a:pt x="2292129" y="1471043"/>
                  <a:pt x="2055309" y="1234223"/>
                  <a:pt x="1763176" y="1234223"/>
                </a:cubicBezTo>
                <a:close/>
                <a:moveTo>
                  <a:pt x="1763176" y="1057905"/>
                </a:moveTo>
                <a:cubicBezTo>
                  <a:pt x="2152686" y="1057905"/>
                  <a:pt x="2468447" y="1373666"/>
                  <a:pt x="2468447" y="1763176"/>
                </a:cubicBezTo>
                <a:cubicBezTo>
                  <a:pt x="2468447" y="2152686"/>
                  <a:pt x="2152686" y="2468447"/>
                  <a:pt x="1763176" y="2468447"/>
                </a:cubicBezTo>
                <a:cubicBezTo>
                  <a:pt x="1373666" y="2468447"/>
                  <a:pt x="1057905" y="2152686"/>
                  <a:pt x="1057905" y="1763176"/>
                </a:cubicBezTo>
                <a:cubicBezTo>
                  <a:pt x="1057905" y="1373666"/>
                  <a:pt x="1373666" y="1057905"/>
                  <a:pt x="1763176" y="1057905"/>
                </a:cubicBezTo>
                <a:close/>
                <a:moveTo>
                  <a:pt x="1763176" y="881581"/>
                </a:moveTo>
                <a:cubicBezTo>
                  <a:pt x="1276285" y="881581"/>
                  <a:pt x="881581" y="1276285"/>
                  <a:pt x="881581" y="1763176"/>
                </a:cubicBezTo>
                <a:cubicBezTo>
                  <a:pt x="881581" y="2250067"/>
                  <a:pt x="1276285" y="2644771"/>
                  <a:pt x="1763176" y="2644771"/>
                </a:cubicBezTo>
                <a:cubicBezTo>
                  <a:pt x="2250067" y="2644771"/>
                  <a:pt x="2644771" y="2250067"/>
                  <a:pt x="2644771" y="1763176"/>
                </a:cubicBezTo>
                <a:cubicBezTo>
                  <a:pt x="2644771" y="1276285"/>
                  <a:pt x="2250067" y="881581"/>
                  <a:pt x="1763176" y="881581"/>
                </a:cubicBezTo>
                <a:close/>
                <a:moveTo>
                  <a:pt x="1763176" y="705270"/>
                </a:moveTo>
                <a:cubicBezTo>
                  <a:pt x="2347441" y="705270"/>
                  <a:pt x="2821082" y="1178911"/>
                  <a:pt x="2821082" y="1763176"/>
                </a:cubicBezTo>
                <a:cubicBezTo>
                  <a:pt x="2821082" y="2347441"/>
                  <a:pt x="2347441" y="2821082"/>
                  <a:pt x="1763176" y="2821082"/>
                </a:cubicBezTo>
                <a:cubicBezTo>
                  <a:pt x="1178911" y="2821082"/>
                  <a:pt x="705270" y="2347441"/>
                  <a:pt x="705270" y="1763176"/>
                </a:cubicBezTo>
                <a:cubicBezTo>
                  <a:pt x="705270" y="1178911"/>
                  <a:pt x="1178911" y="705270"/>
                  <a:pt x="1763176" y="705270"/>
                </a:cubicBezTo>
                <a:close/>
                <a:moveTo>
                  <a:pt x="1763176" y="528953"/>
                </a:moveTo>
                <a:cubicBezTo>
                  <a:pt x="1081533" y="528953"/>
                  <a:pt x="528953" y="1081533"/>
                  <a:pt x="528953" y="1763176"/>
                </a:cubicBezTo>
                <a:cubicBezTo>
                  <a:pt x="528953" y="2444819"/>
                  <a:pt x="1081533" y="2997399"/>
                  <a:pt x="1763176" y="2997399"/>
                </a:cubicBezTo>
                <a:cubicBezTo>
                  <a:pt x="2444819" y="2997399"/>
                  <a:pt x="2997399" y="2444819"/>
                  <a:pt x="2997399" y="1763176"/>
                </a:cubicBezTo>
                <a:cubicBezTo>
                  <a:pt x="2997399" y="1081533"/>
                  <a:pt x="2444819" y="528953"/>
                  <a:pt x="1763176" y="528953"/>
                </a:cubicBezTo>
                <a:close/>
                <a:moveTo>
                  <a:pt x="1763176" y="352635"/>
                </a:moveTo>
                <a:cubicBezTo>
                  <a:pt x="2542196" y="352635"/>
                  <a:pt x="3173717" y="984156"/>
                  <a:pt x="3173717" y="1763176"/>
                </a:cubicBezTo>
                <a:cubicBezTo>
                  <a:pt x="3173717" y="2542196"/>
                  <a:pt x="2542196" y="3173717"/>
                  <a:pt x="1763176" y="3173717"/>
                </a:cubicBezTo>
                <a:cubicBezTo>
                  <a:pt x="984156" y="3173717"/>
                  <a:pt x="352635" y="2542196"/>
                  <a:pt x="352635" y="1763176"/>
                </a:cubicBezTo>
                <a:cubicBezTo>
                  <a:pt x="352635" y="984156"/>
                  <a:pt x="984156" y="352635"/>
                  <a:pt x="1763176" y="352635"/>
                </a:cubicBezTo>
                <a:close/>
                <a:moveTo>
                  <a:pt x="1763176" y="176318"/>
                </a:moveTo>
                <a:cubicBezTo>
                  <a:pt x="886779" y="176318"/>
                  <a:pt x="176318" y="886779"/>
                  <a:pt x="176318" y="1763176"/>
                </a:cubicBezTo>
                <a:cubicBezTo>
                  <a:pt x="176318" y="2639573"/>
                  <a:pt x="886779" y="3350034"/>
                  <a:pt x="1763176" y="3350034"/>
                </a:cubicBezTo>
                <a:cubicBezTo>
                  <a:pt x="2639573" y="3350034"/>
                  <a:pt x="3350034" y="2639573"/>
                  <a:pt x="3350034" y="1763176"/>
                </a:cubicBezTo>
                <a:cubicBezTo>
                  <a:pt x="3350034" y="886779"/>
                  <a:pt x="2639573" y="176318"/>
                  <a:pt x="1763176" y="176318"/>
                </a:cubicBezTo>
                <a:close/>
                <a:moveTo>
                  <a:pt x="1763176" y="0"/>
                </a:moveTo>
                <a:cubicBezTo>
                  <a:pt x="2736951" y="0"/>
                  <a:pt x="3526352" y="789401"/>
                  <a:pt x="3526352" y="1763176"/>
                </a:cubicBezTo>
                <a:cubicBezTo>
                  <a:pt x="3526352" y="2736951"/>
                  <a:pt x="2736951" y="3526352"/>
                  <a:pt x="1763176" y="3526352"/>
                </a:cubicBezTo>
                <a:cubicBezTo>
                  <a:pt x="789401" y="3526352"/>
                  <a:pt x="0" y="2736951"/>
                  <a:pt x="0" y="1763176"/>
                </a:cubicBezTo>
                <a:cubicBezTo>
                  <a:pt x="0" y="789401"/>
                  <a:pt x="789401" y="0"/>
                  <a:pt x="17631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: 圆角 46"/>
          <p:cNvSpPr/>
          <p:nvPr userDrawn="1">
            <p:custDataLst>
              <p:tags r:id="rId7"/>
            </p:custDataLst>
          </p:nvPr>
        </p:nvSpPr>
        <p:spPr>
          <a:xfrm>
            <a:off x="1382395" y="1350010"/>
            <a:ext cx="9427210" cy="4157980"/>
          </a:xfrm>
          <a:prstGeom prst="roundRect">
            <a:avLst>
              <a:gd name="adj" fmla="val 3274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8841105" y="4937125"/>
            <a:ext cx="1214120" cy="1214120"/>
            <a:chOff x="-2615012" y="1495514"/>
            <a:chExt cx="1162227" cy="1162228"/>
          </a:xfrm>
        </p:grpSpPr>
        <p:sp>
          <p:nvSpPr>
            <p:cNvPr id="73" name="任意多边形: 形状 38"/>
            <p:cNvSpPr/>
            <p:nvPr>
              <p:custDataLst>
                <p:tags r:id="rId8"/>
              </p:custDataLst>
            </p:nvPr>
          </p:nvSpPr>
          <p:spPr>
            <a:xfrm>
              <a:off x="-2615012" y="1504060"/>
              <a:ext cx="1025494" cy="863125"/>
            </a:xfrm>
            <a:custGeom>
              <a:avLst/>
              <a:gdLst>
                <a:gd name="connsiteX0" fmla="*/ 0 w 999858"/>
                <a:gd name="connsiteY0" fmla="*/ 555476 h 820396"/>
                <a:gd name="connsiteX1" fmla="*/ 25638 w 999858"/>
                <a:gd name="connsiteY1" fmla="*/ 726392 h 820396"/>
                <a:gd name="connsiteX2" fmla="*/ 717847 w 999858"/>
                <a:gd name="connsiteY2" fmla="*/ 213645 h 820396"/>
                <a:gd name="connsiteX3" fmla="*/ 888763 w 999858"/>
                <a:gd name="connsiteY3" fmla="*/ 794759 h 820396"/>
                <a:gd name="connsiteX4" fmla="*/ 999858 w 999858"/>
                <a:gd name="connsiteY4" fmla="*/ 820396 h 820396"/>
                <a:gd name="connsiteX5" fmla="*/ 828942 w 999858"/>
                <a:gd name="connsiteY5" fmla="*/ 0 h 820396"/>
                <a:gd name="connsiteX6" fmla="*/ 0 w 999858"/>
                <a:gd name="connsiteY6" fmla="*/ 555476 h 820396"/>
                <a:gd name="connsiteX0-1" fmla="*/ 0 w 982766"/>
                <a:gd name="connsiteY0-2" fmla="*/ 555476 h 820396"/>
                <a:gd name="connsiteX1-3" fmla="*/ 8546 w 982766"/>
                <a:gd name="connsiteY1-4" fmla="*/ 726392 h 820396"/>
                <a:gd name="connsiteX2-5" fmla="*/ 700755 w 982766"/>
                <a:gd name="connsiteY2-6" fmla="*/ 213645 h 820396"/>
                <a:gd name="connsiteX3-7" fmla="*/ 871671 w 982766"/>
                <a:gd name="connsiteY3-8" fmla="*/ 794759 h 820396"/>
                <a:gd name="connsiteX4-9" fmla="*/ 982766 w 982766"/>
                <a:gd name="connsiteY4-10" fmla="*/ 820396 h 820396"/>
                <a:gd name="connsiteX5-11" fmla="*/ 811850 w 982766"/>
                <a:gd name="connsiteY5-12" fmla="*/ 0 h 820396"/>
                <a:gd name="connsiteX6-13" fmla="*/ 0 w 982766"/>
                <a:gd name="connsiteY6-14" fmla="*/ 555476 h 820396"/>
                <a:gd name="connsiteX0-15" fmla="*/ 0 w 1008403"/>
                <a:gd name="connsiteY0-16" fmla="*/ 555476 h 820396"/>
                <a:gd name="connsiteX1-17" fmla="*/ 8546 w 1008403"/>
                <a:gd name="connsiteY1-18" fmla="*/ 726392 h 820396"/>
                <a:gd name="connsiteX2-19" fmla="*/ 700755 w 1008403"/>
                <a:gd name="connsiteY2-20" fmla="*/ 213645 h 820396"/>
                <a:gd name="connsiteX3-21" fmla="*/ 871671 w 1008403"/>
                <a:gd name="connsiteY3-22" fmla="*/ 794759 h 820396"/>
                <a:gd name="connsiteX4-23" fmla="*/ 1008403 w 1008403"/>
                <a:gd name="connsiteY4-24" fmla="*/ 820396 h 820396"/>
                <a:gd name="connsiteX5-25" fmla="*/ 811850 w 1008403"/>
                <a:gd name="connsiteY5-26" fmla="*/ 0 h 820396"/>
                <a:gd name="connsiteX6-27" fmla="*/ 0 w 1008403"/>
                <a:gd name="connsiteY6-28" fmla="*/ 555476 h 820396"/>
                <a:gd name="connsiteX0-29" fmla="*/ 0 w 1025494"/>
                <a:gd name="connsiteY0-30" fmla="*/ 555476 h 846033"/>
                <a:gd name="connsiteX1-31" fmla="*/ 8546 w 1025494"/>
                <a:gd name="connsiteY1-32" fmla="*/ 726392 h 846033"/>
                <a:gd name="connsiteX2-33" fmla="*/ 700755 w 1025494"/>
                <a:gd name="connsiteY2-34" fmla="*/ 213645 h 846033"/>
                <a:gd name="connsiteX3-35" fmla="*/ 871671 w 1025494"/>
                <a:gd name="connsiteY3-36" fmla="*/ 794759 h 846033"/>
                <a:gd name="connsiteX4-37" fmla="*/ 1025494 w 1025494"/>
                <a:gd name="connsiteY4-38" fmla="*/ 846033 h 846033"/>
                <a:gd name="connsiteX5-39" fmla="*/ 811850 w 1025494"/>
                <a:gd name="connsiteY5-40" fmla="*/ 0 h 846033"/>
                <a:gd name="connsiteX6-41" fmla="*/ 0 w 1025494"/>
                <a:gd name="connsiteY6-42" fmla="*/ 555476 h 846033"/>
                <a:gd name="connsiteX0-43" fmla="*/ 0 w 1025494"/>
                <a:gd name="connsiteY0-44" fmla="*/ 555476 h 863125"/>
                <a:gd name="connsiteX1-45" fmla="*/ 8546 w 1025494"/>
                <a:gd name="connsiteY1-46" fmla="*/ 726392 h 863125"/>
                <a:gd name="connsiteX2-47" fmla="*/ 700755 w 1025494"/>
                <a:gd name="connsiteY2-48" fmla="*/ 213645 h 863125"/>
                <a:gd name="connsiteX3-49" fmla="*/ 871671 w 1025494"/>
                <a:gd name="connsiteY3-50" fmla="*/ 794759 h 863125"/>
                <a:gd name="connsiteX4-51" fmla="*/ 1025494 w 1025494"/>
                <a:gd name="connsiteY4-52" fmla="*/ 863125 h 863125"/>
                <a:gd name="connsiteX5-53" fmla="*/ 811850 w 1025494"/>
                <a:gd name="connsiteY5-54" fmla="*/ 0 h 863125"/>
                <a:gd name="connsiteX6-55" fmla="*/ 0 w 1025494"/>
                <a:gd name="connsiteY6-56" fmla="*/ 555476 h 8631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25494" h="863125">
                  <a:moveTo>
                    <a:pt x="0" y="555476"/>
                  </a:moveTo>
                  <a:lnTo>
                    <a:pt x="8546" y="726392"/>
                  </a:lnTo>
                  <a:lnTo>
                    <a:pt x="700755" y="213645"/>
                  </a:lnTo>
                  <a:lnTo>
                    <a:pt x="871671" y="794759"/>
                  </a:lnTo>
                  <a:lnTo>
                    <a:pt x="1025494" y="863125"/>
                  </a:lnTo>
                  <a:lnTo>
                    <a:pt x="811850" y="0"/>
                  </a:lnTo>
                  <a:lnTo>
                    <a:pt x="0" y="555476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任意多边形: 形状 39"/>
            <p:cNvSpPr/>
            <p:nvPr>
              <p:custDataLst>
                <p:tags r:id="rId9"/>
              </p:custDataLst>
            </p:nvPr>
          </p:nvSpPr>
          <p:spPr>
            <a:xfrm>
              <a:off x="-2315910" y="1495514"/>
              <a:ext cx="863125" cy="1034041"/>
            </a:xfrm>
            <a:custGeom>
              <a:avLst/>
              <a:gdLst>
                <a:gd name="connsiteX0" fmla="*/ 512747 w 863125"/>
                <a:gd name="connsiteY0" fmla="*/ 0 h 1034041"/>
                <a:gd name="connsiteX1" fmla="*/ 692209 w 863125"/>
                <a:gd name="connsiteY1" fmla="*/ 34183 h 1034041"/>
                <a:gd name="connsiteX2" fmla="*/ 863125 w 863125"/>
                <a:gd name="connsiteY2" fmla="*/ 1034041 h 1034041"/>
                <a:gd name="connsiteX3" fmla="*/ 0 w 863125"/>
                <a:gd name="connsiteY3" fmla="*/ 709301 h 1034041"/>
                <a:gd name="connsiteX4" fmla="*/ 136732 w 863125"/>
                <a:gd name="connsiteY4" fmla="*/ 606751 h 1034041"/>
                <a:gd name="connsiteX5" fmla="*/ 692209 w 863125"/>
                <a:gd name="connsiteY5" fmla="*/ 837488 h 1034041"/>
                <a:gd name="connsiteX6" fmla="*/ 512747 w 863125"/>
                <a:gd name="connsiteY6" fmla="*/ 0 h 1034041"/>
                <a:gd name="connsiteX0-1" fmla="*/ 512747 w 863125"/>
                <a:gd name="connsiteY0-2" fmla="*/ 0 h 1034041"/>
                <a:gd name="connsiteX1-3" fmla="*/ 658026 w 863125"/>
                <a:gd name="connsiteY1-4" fmla="*/ 34183 h 1034041"/>
                <a:gd name="connsiteX2-5" fmla="*/ 863125 w 863125"/>
                <a:gd name="connsiteY2-6" fmla="*/ 1034041 h 1034041"/>
                <a:gd name="connsiteX3-7" fmla="*/ 0 w 863125"/>
                <a:gd name="connsiteY3-8" fmla="*/ 709301 h 1034041"/>
                <a:gd name="connsiteX4-9" fmla="*/ 136732 w 863125"/>
                <a:gd name="connsiteY4-10" fmla="*/ 606751 h 1034041"/>
                <a:gd name="connsiteX5-11" fmla="*/ 692209 w 863125"/>
                <a:gd name="connsiteY5-12" fmla="*/ 837488 h 1034041"/>
                <a:gd name="connsiteX6-13" fmla="*/ 512747 w 863125"/>
                <a:gd name="connsiteY6-14" fmla="*/ 0 h 1034041"/>
                <a:gd name="connsiteX0-15" fmla="*/ 512747 w 863125"/>
                <a:gd name="connsiteY0-16" fmla="*/ 0 h 1034041"/>
                <a:gd name="connsiteX1-17" fmla="*/ 658026 w 863125"/>
                <a:gd name="connsiteY1-18" fmla="*/ 34183 h 1034041"/>
                <a:gd name="connsiteX2-19" fmla="*/ 863125 w 863125"/>
                <a:gd name="connsiteY2-20" fmla="*/ 1034041 h 1034041"/>
                <a:gd name="connsiteX3-21" fmla="*/ 0 w 863125"/>
                <a:gd name="connsiteY3-22" fmla="*/ 709301 h 1034041"/>
                <a:gd name="connsiteX4-23" fmla="*/ 136732 w 863125"/>
                <a:gd name="connsiteY4-24" fmla="*/ 606751 h 1034041"/>
                <a:gd name="connsiteX5-25" fmla="*/ 717846 w 863125"/>
                <a:gd name="connsiteY5-26" fmla="*/ 871671 h 1034041"/>
                <a:gd name="connsiteX6-27" fmla="*/ 512747 w 863125"/>
                <a:gd name="connsiteY6-28" fmla="*/ 0 h 1034041"/>
                <a:gd name="connsiteX0-29" fmla="*/ 512747 w 863125"/>
                <a:gd name="connsiteY0-30" fmla="*/ 0 h 1034041"/>
                <a:gd name="connsiteX1-31" fmla="*/ 658026 w 863125"/>
                <a:gd name="connsiteY1-32" fmla="*/ 34183 h 1034041"/>
                <a:gd name="connsiteX2-33" fmla="*/ 863125 w 863125"/>
                <a:gd name="connsiteY2-34" fmla="*/ 1034041 h 1034041"/>
                <a:gd name="connsiteX3-35" fmla="*/ 0 w 863125"/>
                <a:gd name="connsiteY3-36" fmla="*/ 709301 h 1034041"/>
                <a:gd name="connsiteX4-37" fmla="*/ 136732 w 863125"/>
                <a:gd name="connsiteY4-38" fmla="*/ 606751 h 1034041"/>
                <a:gd name="connsiteX5-39" fmla="*/ 726392 w 863125"/>
                <a:gd name="connsiteY5-40" fmla="*/ 871671 h 1034041"/>
                <a:gd name="connsiteX6-41" fmla="*/ 512747 w 863125"/>
                <a:gd name="connsiteY6-42" fmla="*/ 0 h 10340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63125" h="1034041">
                  <a:moveTo>
                    <a:pt x="512747" y="0"/>
                  </a:moveTo>
                  <a:lnTo>
                    <a:pt x="658026" y="34183"/>
                  </a:lnTo>
                  <a:lnTo>
                    <a:pt x="863125" y="1034041"/>
                  </a:lnTo>
                  <a:lnTo>
                    <a:pt x="0" y="709301"/>
                  </a:lnTo>
                  <a:lnTo>
                    <a:pt x="136732" y="606751"/>
                  </a:lnTo>
                  <a:lnTo>
                    <a:pt x="726392" y="871671"/>
                  </a:lnTo>
                  <a:lnTo>
                    <a:pt x="512747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任意多边形: 形状 40"/>
            <p:cNvSpPr/>
            <p:nvPr>
              <p:custDataLst>
                <p:tags r:id="rId10"/>
              </p:custDataLst>
            </p:nvPr>
          </p:nvSpPr>
          <p:spPr>
            <a:xfrm>
              <a:off x="-2606467" y="1726250"/>
              <a:ext cx="1153682" cy="931492"/>
            </a:xfrm>
            <a:custGeom>
              <a:avLst/>
              <a:gdLst>
                <a:gd name="connsiteX0" fmla="*/ 683663 w 1153682"/>
                <a:gd name="connsiteY0" fmla="*/ 0 h 931492"/>
                <a:gd name="connsiteX1" fmla="*/ 743484 w 1153682"/>
                <a:gd name="connsiteY1" fmla="*/ 170916 h 931492"/>
                <a:gd name="connsiteX2" fmla="*/ 264919 w 1153682"/>
                <a:gd name="connsiteY2" fmla="*/ 487111 h 931492"/>
                <a:gd name="connsiteX3" fmla="*/ 1153682 w 1153682"/>
                <a:gd name="connsiteY3" fmla="*/ 811851 h 931492"/>
                <a:gd name="connsiteX4" fmla="*/ 999858 w 1153682"/>
                <a:gd name="connsiteY4" fmla="*/ 931492 h 931492"/>
                <a:gd name="connsiteX5" fmla="*/ 0 w 1153682"/>
                <a:gd name="connsiteY5" fmla="*/ 495657 h 931492"/>
                <a:gd name="connsiteX6" fmla="*/ 683663 w 1153682"/>
                <a:gd name="connsiteY6" fmla="*/ 0 h 931492"/>
                <a:gd name="connsiteX0-1" fmla="*/ 683663 w 1153682"/>
                <a:gd name="connsiteY0-2" fmla="*/ 0 h 931492"/>
                <a:gd name="connsiteX1-3" fmla="*/ 743484 w 1153682"/>
                <a:gd name="connsiteY1-4" fmla="*/ 170916 h 931492"/>
                <a:gd name="connsiteX2-5" fmla="*/ 273464 w 1153682"/>
                <a:gd name="connsiteY2-6" fmla="*/ 452928 h 931492"/>
                <a:gd name="connsiteX3-7" fmla="*/ 1153682 w 1153682"/>
                <a:gd name="connsiteY3-8" fmla="*/ 811851 h 931492"/>
                <a:gd name="connsiteX4-9" fmla="*/ 999858 w 1153682"/>
                <a:gd name="connsiteY4-10" fmla="*/ 931492 h 931492"/>
                <a:gd name="connsiteX5-11" fmla="*/ 0 w 1153682"/>
                <a:gd name="connsiteY5-12" fmla="*/ 495657 h 931492"/>
                <a:gd name="connsiteX6-13" fmla="*/ 683663 w 1153682"/>
                <a:gd name="connsiteY6-14" fmla="*/ 0 h 931492"/>
                <a:gd name="connsiteX0-15" fmla="*/ 683663 w 1153682"/>
                <a:gd name="connsiteY0-16" fmla="*/ 0 h 931492"/>
                <a:gd name="connsiteX1-17" fmla="*/ 743484 w 1153682"/>
                <a:gd name="connsiteY1-18" fmla="*/ 170916 h 931492"/>
                <a:gd name="connsiteX2-19" fmla="*/ 264919 w 1153682"/>
                <a:gd name="connsiteY2-20" fmla="*/ 461474 h 931492"/>
                <a:gd name="connsiteX3-21" fmla="*/ 1153682 w 1153682"/>
                <a:gd name="connsiteY3-22" fmla="*/ 811851 h 931492"/>
                <a:gd name="connsiteX4-23" fmla="*/ 999858 w 1153682"/>
                <a:gd name="connsiteY4-24" fmla="*/ 931492 h 931492"/>
                <a:gd name="connsiteX5-25" fmla="*/ 0 w 1153682"/>
                <a:gd name="connsiteY5-26" fmla="*/ 495657 h 931492"/>
                <a:gd name="connsiteX6-27" fmla="*/ 683663 w 1153682"/>
                <a:gd name="connsiteY6-28" fmla="*/ 0 h 9314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153682" h="931492">
                  <a:moveTo>
                    <a:pt x="683663" y="0"/>
                  </a:moveTo>
                  <a:lnTo>
                    <a:pt x="743484" y="170916"/>
                  </a:lnTo>
                  <a:lnTo>
                    <a:pt x="264919" y="461474"/>
                  </a:lnTo>
                  <a:lnTo>
                    <a:pt x="1153682" y="811851"/>
                  </a:lnTo>
                  <a:lnTo>
                    <a:pt x="999858" y="931492"/>
                  </a:lnTo>
                  <a:lnTo>
                    <a:pt x="0" y="495657"/>
                  </a:lnTo>
                  <a:lnTo>
                    <a:pt x="683663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椭圆 76"/>
          <p:cNvSpPr/>
          <p:nvPr userDrawn="1">
            <p:custDataLst>
              <p:tags r:id="rId11"/>
            </p:custDataLst>
          </p:nvPr>
        </p:nvSpPr>
        <p:spPr>
          <a:xfrm>
            <a:off x="1892842" y="1461227"/>
            <a:ext cx="187853" cy="1878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椭圆 79"/>
          <p:cNvSpPr/>
          <p:nvPr userDrawn="1">
            <p:custDataLst>
              <p:tags r:id="rId12"/>
            </p:custDataLst>
          </p:nvPr>
        </p:nvSpPr>
        <p:spPr>
          <a:xfrm>
            <a:off x="10091461" y="1461226"/>
            <a:ext cx="187853" cy="187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椭圆 82"/>
          <p:cNvSpPr/>
          <p:nvPr userDrawn="1">
            <p:custDataLst>
              <p:tags r:id="rId13"/>
            </p:custDataLst>
          </p:nvPr>
        </p:nvSpPr>
        <p:spPr>
          <a:xfrm>
            <a:off x="1912685" y="5180989"/>
            <a:ext cx="187853" cy="187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椭圆 85"/>
          <p:cNvSpPr/>
          <p:nvPr userDrawn="1">
            <p:custDataLst>
              <p:tags r:id="rId14"/>
            </p:custDataLst>
          </p:nvPr>
        </p:nvSpPr>
        <p:spPr>
          <a:xfrm>
            <a:off x="10091462" y="5103071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标题 87"/>
          <p:cNvSpPr>
            <a:spLocks noGrp="1"/>
          </p:cNvSpPr>
          <p:nvPr>
            <p:ph type="title" idx="16385" hasCustomPrompt="1"/>
            <p:custDataLst>
              <p:tags r:id="rId15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94" name="文本占位符 93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3"/>
            </p:custDataLst>
          </p:nvPr>
        </p:nvSpPr>
        <p:spPr>
          <a:xfrm>
            <a:off x="9596156" y="229314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4"/>
            </p:custDataLst>
          </p:nvPr>
        </p:nvSpPr>
        <p:spPr>
          <a:xfrm>
            <a:off x="8971005" y="111211"/>
            <a:ext cx="3027406" cy="1952367"/>
          </a:xfrm>
          <a:custGeom>
            <a:avLst/>
            <a:gdLst>
              <a:gd name="connsiteX0" fmla="*/ 1408671 w 3027406"/>
              <a:gd name="connsiteY0" fmla="*/ 98854 h 1952367"/>
              <a:gd name="connsiteX1" fmla="*/ 1470454 w 3027406"/>
              <a:gd name="connsiteY1" fmla="*/ 259492 h 1952367"/>
              <a:gd name="connsiteX2" fmla="*/ 3027406 w 3027406"/>
              <a:gd name="connsiteY2" fmla="*/ 1692875 h 1952367"/>
              <a:gd name="connsiteX3" fmla="*/ 2817341 w 3027406"/>
              <a:gd name="connsiteY3" fmla="*/ 1841157 h 1952367"/>
              <a:gd name="connsiteX4" fmla="*/ 2014152 w 3027406"/>
              <a:gd name="connsiteY4" fmla="*/ 1952367 h 1952367"/>
              <a:gd name="connsiteX5" fmla="*/ 568411 w 3027406"/>
              <a:gd name="connsiteY5" fmla="*/ 1940011 h 1952367"/>
              <a:gd name="connsiteX6" fmla="*/ 49427 w 3027406"/>
              <a:gd name="connsiteY6" fmla="*/ 1099751 h 1952367"/>
              <a:gd name="connsiteX7" fmla="*/ 0 w 3027406"/>
              <a:gd name="connsiteY7" fmla="*/ 284205 h 1952367"/>
              <a:gd name="connsiteX8" fmla="*/ 148281 w 3027406"/>
              <a:gd name="connsiteY8" fmla="*/ 0 h 1952367"/>
              <a:gd name="connsiteX9" fmla="*/ 1408671 w 3027406"/>
              <a:gd name="connsiteY9" fmla="*/ 98854 h 195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7406" h="1952367">
                <a:moveTo>
                  <a:pt x="1408671" y="98854"/>
                </a:moveTo>
                <a:lnTo>
                  <a:pt x="1470454" y="259492"/>
                </a:lnTo>
                <a:lnTo>
                  <a:pt x="3027406" y="1692875"/>
                </a:lnTo>
                <a:lnTo>
                  <a:pt x="2817341" y="1841157"/>
                </a:lnTo>
                <a:lnTo>
                  <a:pt x="2014152" y="1952367"/>
                </a:lnTo>
                <a:lnTo>
                  <a:pt x="568411" y="1940011"/>
                </a:lnTo>
                <a:lnTo>
                  <a:pt x="49427" y="1099751"/>
                </a:lnTo>
                <a:lnTo>
                  <a:pt x="0" y="284205"/>
                </a:lnTo>
                <a:lnTo>
                  <a:pt x="148281" y="0"/>
                </a:lnTo>
                <a:lnTo>
                  <a:pt x="1408671" y="98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>
            <p:custDataLst>
              <p:tags r:id="rId5"/>
            </p:custDataLst>
          </p:nvPr>
        </p:nvSpPr>
        <p:spPr>
          <a:xfrm>
            <a:off x="10942802" y="1104246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>
            <p:custDataLst>
              <p:tags r:id="rId6"/>
            </p:custDataLst>
          </p:nvPr>
        </p:nvSpPr>
        <p:spPr>
          <a:xfrm>
            <a:off x="10955190" y="1097182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7"/>
            </p:custDataLst>
          </p:nvPr>
        </p:nvSpPr>
        <p:spPr>
          <a:xfrm>
            <a:off x="336936" y="3623355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 userDrawn="1">
            <p:custDataLst>
              <p:tags r:id="rId8"/>
            </p:custDataLst>
          </p:nvPr>
        </p:nvSpPr>
        <p:spPr>
          <a:xfrm>
            <a:off x="-1" y="-1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 userDrawn="1">
            <p:custDataLst>
              <p:tags r:id="rId9"/>
            </p:custDataLst>
          </p:nvPr>
        </p:nvSpPr>
        <p:spPr>
          <a:xfrm>
            <a:off x="7372865" y="4102443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0"/>
            </p:custDataLst>
          </p:nvPr>
        </p:nvSpPr>
        <p:spPr>
          <a:xfrm>
            <a:off x="0" y="5707674"/>
            <a:ext cx="1194141" cy="1150326"/>
          </a:xfrm>
          <a:custGeom>
            <a:avLst/>
            <a:gdLst>
              <a:gd name="connsiteX0" fmla="*/ 0 w 1194141"/>
              <a:gd name="connsiteY0" fmla="*/ 1050924 h 1150326"/>
              <a:gd name="connsiteX1" fmla="*/ 10634 w 1194141"/>
              <a:gd name="connsiteY1" fmla="*/ 1070516 h 1150326"/>
              <a:gd name="connsiteX2" fmla="*/ 61715 w 1194141"/>
              <a:gd name="connsiteY2" fmla="*/ 1132426 h 1150326"/>
              <a:gd name="connsiteX3" fmla="*/ 83410 w 1194141"/>
              <a:gd name="connsiteY3" fmla="*/ 1150326 h 1150326"/>
              <a:gd name="connsiteX4" fmla="*/ 0 w 1194141"/>
              <a:gd name="connsiteY4" fmla="*/ 1150326 h 1150326"/>
              <a:gd name="connsiteX5" fmla="*/ 357511 w 1194141"/>
              <a:gd name="connsiteY5" fmla="*/ 752968 h 1150326"/>
              <a:gd name="connsiteX6" fmla="*/ 273848 w 1194141"/>
              <a:gd name="connsiteY6" fmla="*/ 836631 h 1150326"/>
              <a:gd name="connsiteX7" fmla="*/ 357511 w 1194141"/>
              <a:gd name="connsiteY7" fmla="*/ 920294 h 1150326"/>
              <a:gd name="connsiteX8" fmla="*/ 441174 w 1194141"/>
              <a:gd name="connsiteY8" fmla="*/ 836631 h 1150326"/>
              <a:gd name="connsiteX9" fmla="*/ 357511 w 1194141"/>
              <a:gd name="connsiteY9" fmla="*/ 752968 h 1150326"/>
              <a:gd name="connsiteX10" fmla="*/ 357511 w 1194141"/>
              <a:gd name="connsiteY10" fmla="*/ 669305 h 1150326"/>
              <a:gd name="connsiteX11" fmla="*/ 524837 w 1194141"/>
              <a:gd name="connsiteY11" fmla="*/ 836631 h 1150326"/>
              <a:gd name="connsiteX12" fmla="*/ 357511 w 1194141"/>
              <a:gd name="connsiteY12" fmla="*/ 1003957 h 1150326"/>
              <a:gd name="connsiteX13" fmla="*/ 190185 w 1194141"/>
              <a:gd name="connsiteY13" fmla="*/ 836631 h 1150326"/>
              <a:gd name="connsiteX14" fmla="*/ 357511 w 1194141"/>
              <a:gd name="connsiteY14" fmla="*/ 669305 h 1150326"/>
              <a:gd name="connsiteX15" fmla="*/ 357511 w 1194141"/>
              <a:gd name="connsiteY15" fmla="*/ 585641 h 1150326"/>
              <a:gd name="connsiteX16" fmla="*/ 106521 w 1194141"/>
              <a:gd name="connsiteY16" fmla="*/ 836631 h 1150326"/>
              <a:gd name="connsiteX17" fmla="*/ 357511 w 1194141"/>
              <a:gd name="connsiteY17" fmla="*/ 1087620 h 1150326"/>
              <a:gd name="connsiteX18" fmla="*/ 608500 w 1194141"/>
              <a:gd name="connsiteY18" fmla="*/ 836631 h 1150326"/>
              <a:gd name="connsiteX19" fmla="*/ 357511 w 1194141"/>
              <a:gd name="connsiteY19" fmla="*/ 585641 h 1150326"/>
              <a:gd name="connsiteX20" fmla="*/ 357511 w 1194141"/>
              <a:gd name="connsiteY20" fmla="*/ 501978 h 1150326"/>
              <a:gd name="connsiteX21" fmla="*/ 692163 w 1194141"/>
              <a:gd name="connsiteY21" fmla="*/ 836631 h 1150326"/>
              <a:gd name="connsiteX22" fmla="*/ 487772 w 1194141"/>
              <a:gd name="connsiteY22" fmla="*/ 1144985 h 1150326"/>
              <a:gd name="connsiteX23" fmla="*/ 470564 w 1194141"/>
              <a:gd name="connsiteY23" fmla="*/ 1150326 h 1150326"/>
              <a:gd name="connsiteX24" fmla="*/ 244457 w 1194141"/>
              <a:gd name="connsiteY24" fmla="*/ 1150326 h 1150326"/>
              <a:gd name="connsiteX25" fmla="*/ 227249 w 1194141"/>
              <a:gd name="connsiteY25" fmla="*/ 1144985 h 1150326"/>
              <a:gd name="connsiteX26" fmla="*/ 22858 w 1194141"/>
              <a:gd name="connsiteY26" fmla="*/ 836631 h 1150326"/>
              <a:gd name="connsiteX27" fmla="*/ 357511 w 1194141"/>
              <a:gd name="connsiteY27" fmla="*/ 501978 h 1150326"/>
              <a:gd name="connsiteX28" fmla="*/ 357511 w 1194141"/>
              <a:gd name="connsiteY28" fmla="*/ 334653 h 1150326"/>
              <a:gd name="connsiteX29" fmla="*/ 859490 w 1194141"/>
              <a:gd name="connsiteY29" fmla="*/ 836631 h 1150326"/>
              <a:gd name="connsiteX30" fmla="*/ 773760 w 1194141"/>
              <a:gd name="connsiteY30" fmla="*/ 1117291 h 1150326"/>
              <a:gd name="connsiteX31" fmla="*/ 746503 w 1194141"/>
              <a:gd name="connsiteY31" fmla="*/ 1150326 h 1150326"/>
              <a:gd name="connsiteX32" fmla="*/ 631612 w 1194141"/>
              <a:gd name="connsiteY32" fmla="*/ 1150326 h 1150326"/>
              <a:gd name="connsiteX33" fmla="*/ 653307 w 1194141"/>
              <a:gd name="connsiteY33" fmla="*/ 1132426 h 1150326"/>
              <a:gd name="connsiteX34" fmla="*/ 775829 w 1194141"/>
              <a:gd name="connsiteY34" fmla="*/ 836631 h 1150326"/>
              <a:gd name="connsiteX35" fmla="*/ 357511 w 1194141"/>
              <a:gd name="connsiteY35" fmla="*/ 418312 h 1150326"/>
              <a:gd name="connsiteX36" fmla="*/ 10634 w 1194141"/>
              <a:gd name="connsiteY36" fmla="*/ 602745 h 1150326"/>
              <a:gd name="connsiteX37" fmla="*/ 0 w 1194141"/>
              <a:gd name="connsiteY37" fmla="*/ 622337 h 1150326"/>
              <a:gd name="connsiteX38" fmla="*/ 0 w 1194141"/>
              <a:gd name="connsiteY38" fmla="*/ 484779 h 1150326"/>
              <a:gd name="connsiteX39" fmla="*/ 2559 w 1194141"/>
              <a:gd name="connsiteY39" fmla="*/ 481679 h 1150326"/>
              <a:gd name="connsiteX40" fmla="*/ 357511 w 1194141"/>
              <a:gd name="connsiteY40" fmla="*/ 334653 h 1150326"/>
              <a:gd name="connsiteX41" fmla="*/ 357511 w 1194141"/>
              <a:gd name="connsiteY41" fmla="*/ 167326 h 1150326"/>
              <a:gd name="connsiteX42" fmla="*/ 1026815 w 1194141"/>
              <a:gd name="connsiteY42" fmla="*/ 836631 h 1150326"/>
              <a:gd name="connsiteX43" fmla="*/ 974218 w 1194141"/>
              <a:gd name="connsiteY43" fmla="*/ 1097154 h 1150326"/>
              <a:gd name="connsiteX44" fmla="*/ 945357 w 1194141"/>
              <a:gd name="connsiteY44" fmla="*/ 1150326 h 1150326"/>
              <a:gd name="connsiteX45" fmla="*/ 850592 w 1194141"/>
              <a:gd name="connsiteY45" fmla="*/ 1150326 h 1150326"/>
              <a:gd name="connsiteX46" fmla="*/ 897129 w 1194141"/>
              <a:gd name="connsiteY46" fmla="*/ 1064589 h 1150326"/>
              <a:gd name="connsiteX47" fmla="*/ 943152 w 1194141"/>
              <a:gd name="connsiteY47" fmla="*/ 836631 h 1150326"/>
              <a:gd name="connsiteX48" fmla="*/ 357511 w 1194141"/>
              <a:gd name="connsiteY48" fmla="*/ 250990 h 1150326"/>
              <a:gd name="connsiteX49" fmla="*/ 30073 w 1194141"/>
              <a:gd name="connsiteY49" fmla="*/ 351008 h 1150326"/>
              <a:gd name="connsiteX50" fmla="*/ 0 w 1194141"/>
              <a:gd name="connsiteY50" fmla="*/ 375821 h 1150326"/>
              <a:gd name="connsiteX51" fmla="*/ 0 w 1194141"/>
              <a:gd name="connsiteY51" fmla="*/ 272566 h 1150326"/>
              <a:gd name="connsiteX52" fmla="*/ 96987 w 1194141"/>
              <a:gd name="connsiteY52" fmla="*/ 219924 h 1150326"/>
              <a:gd name="connsiteX53" fmla="*/ 357511 w 1194141"/>
              <a:gd name="connsiteY53" fmla="*/ 167326 h 1150326"/>
              <a:gd name="connsiteX54" fmla="*/ 357511 w 1194141"/>
              <a:gd name="connsiteY54" fmla="*/ 0 h 1150326"/>
              <a:gd name="connsiteX55" fmla="*/ 1194141 w 1194141"/>
              <a:gd name="connsiteY55" fmla="*/ 836631 h 1150326"/>
              <a:gd name="connsiteX56" fmla="*/ 1177144 w 1194141"/>
              <a:gd name="connsiteY56" fmla="*/ 1005241 h 1150326"/>
              <a:gd name="connsiteX57" fmla="*/ 1132107 w 1194141"/>
              <a:gd name="connsiteY57" fmla="*/ 1150326 h 1150326"/>
              <a:gd name="connsiteX58" fmla="*/ 1040121 w 1194141"/>
              <a:gd name="connsiteY58" fmla="*/ 1150326 h 1150326"/>
              <a:gd name="connsiteX59" fmla="*/ 1051306 w 1194141"/>
              <a:gd name="connsiteY59" fmla="*/ 1129720 h 1150326"/>
              <a:gd name="connsiteX60" fmla="*/ 1110478 w 1194141"/>
              <a:gd name="connsiteY60" fmla="*/ 836631 h 1150326"/>
              <a:gd name="connsiteX61" fmla="*/ 357511 w 1194141"/>
              <a:gd name="connsiteY61" fmla="*/ 83663 h 1150326"/>
              <a:gd name="connsiteX62" fmla="*/ 64422 w 1194141"/>
              <a:gd name="connsiteY62" fmla="*/ 142835 h 1150326"/>
              <a:gd name="connsiteX63" fmla="*/ 0 w 1194141"/>
              <a:gd name="connsiteY63" fmla="*/ 177802 h 1150326"/>
              <a:gd name="connsiteX64" fmla="*/ 0 w 1194141"/>
              <a:gd name="connsiteY64" fmla="*/ 83038 h 1150326"/>
              <a:gd name="connsiteX65" fmla="*/ 31856 w 1194141"/>
              <a:gd name="connsiteY65" fmla="*/ 65747 h 1150326"/>
              <a:gd name="connsiteX66" fmla="*/ 357511 w 1194141"/>
              <a:gd name="connsiteY66" fmla="*/ 0 h 115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94141" h="1150326">
                <a:moveTo>
                  <a:pt x="0" y="1050924"/>
                </a:moveTo>
                <a:lnTo>
                  <a:pt x="10634" y="1070516"/>
                </a:lnTo>
                <a:cubicBezTo>
                  <a:pt x="25669" y="1092771"/>
                  <a:pt x="42790" y="1113501"/>
                  <a:pt x="61715" y="1132426"/>
                </a:cubicBezTo>
                <a:lnTo>
                  <a:pt x="83410" y="1150326"/>
                </a:lnTo>
                <a:lnTo>
                  <a:pt x="0" y="1150326"/>
                </a:lnTo>
                <a:close/>
                <a:moveTo>
                  <a:pt x="357511" y="752968"/>
                </a:moveTo>
                <a:cubicBezTo>
                  <a:pt x="311305" y="752968"/>
                  <a:pt x="273848" y="790425"/>
                  <a:pt x="273848" y="836631"/>
                </a:cubicBezTo>
                <a:cubicBezTo>
                  <a:pt x="273848" y="882837"/>
                  <a:pt x="311305" y="920294"/>
                  <a:pt x="357511" y="920294"/>
                </a:cubicBezTo>
                <a:cubicBezTo>
                  <a:pt x="403717" y="920294"/>
                  <a:pt x="441174" y="882837"/>
                  <a:pt x="441174" y="836631"/>
                </a:cubicBezTo>
                <a:cubicBezTo>
                  <a:pt x="441174" y="790425"/>
                  <a:pt x="403717" y="752968"/>
                  <a:pt x="357511" y="752968"/>
                </a:cubicBezTo>
                <a:close/>
                <a:moveTo>
                  <a:pt x="357511" y="669305"/>
                </a:moveTo>
                <a:cubicBezTo>
                  <a:pt x="449923" y="669305"/>
                  <a:pt x="524837" y="744219"/>
                  <a:pt x="524837" y="836631"/>
                </a:cubicBezTo>
                <a:cubicBezTo>
                  <a:pt x="524837" y="929042"/>
                  <a:pt x="449923" y="1003957"/>
                  <a:pt x="357511" y="1003957"/>
                </a:cubicBezTo>
                <a:cubicBezTo>
                  <a:pt x="265100" y="1003957"/>
                  <a:pt x="190185" y="929042"/>
                  <a:pt x="190185" y="836631"/>
                </a:cubicBezTo>
                <a:cubicBezTo>
                  <a:pt x="190185" y="744219"/>
                  <a:pt x="265100" y="669305"/>
                  <a:pt x="357511" y="669305"/>
                </a:cubicBezTo>
                <a:close/>
                <a:moveTo>
                  <a:pt x="357511" y="585641"/>
                </a:moveTo>
                <a:cubicBezTo>
                  <a:pt x="218893" y="585641"/>
                  <a:pt x="106521" y="698013"/>
                  <a:pt x="106521" y="836631"/>
                </a:cubicBezTo>
                <a:cubicBezTo>
                  <a:pt x="106521" y="975248"/>
                  <a:pt x="218893" y="1087620"/>
                  <a:pt x="357511" y="1087620"/>
                </a:cubicBezTo>
                <a:cubicBezTo>
                  <a:pt x="496128" y="1087620"/>
                  <a:pt x="608500" y="975248"/>
                  <a:pt x="608500" y="836631"/>
                </a:cubicBezTo>
                <a:cubicBezTo>
                  <a:pt x="608500" y="698013"/>
                  <a:pt x="496128" y="585641"/>
                  <a:pt x="357511" y="585641"/>
                </a:cubicBezTo>
                <a:close/>
                <a:moveTo>
                  <a:pt x="357511" y="501978"/>
                </a:moveTo>
                <a:cubicBezTo>
                  <a:pt x="542334" y="501978"/>
                  <a:pt x="692163" y="651808"/>
                  <a:pt x="692163" y="836631"/>
                </a:cubicBezTo>
                <a:cubicBezTo>
                  <a:pt x="692163" y="975248"/>
                  <a:pt x="607884" y="1094181"/>
                  <a:pt x="487772" y="1144985"/>
                </a:cubicBezTo>
                <a:lnTo>
                  <a:pt x="470564" y="1150326"/>
                </a:lnTo>
                <a:lnTo>
                  <a:pt x="244457" y="1150326"/>
                </a:lnTo>
                <a:lnTo>
                  <a:pt x="227249" y="1144985"/>
                </a:lnTo>
                <a:cubicBezTo>
                  <a:pt x="107137" y="1094181"/>
                  <a:pt x="22858" y="975248"/>
                  <a:pt x="22858" y="836631"/>
                </a:cubicBezTo>
                <a:cubicBezTo>
                  <a:pt x="22858" y="651808"/>
                  <a:pt x="172688" y="501978"/>
                  <a:pt x="357511" y="501978"/>
                </a:cubicBezTo>
                <a:close/>
                <a:moveTo>
                  <a:pt x="357511" y="334653"/>
                </a:moveTo>
                <a:cubicBezTo>
                  <a:pt x="634746" y="334653"/>
                  <a:pt x="859490" y="559396"/>
                  <a:pt x="859490" y="836631"/>
                </a:cubicBezTo>
                <a:cubicBezTo>
                  <a:pt x="859490" y="940594"/>
                  <a:pt x="827885" y="1037175"/>
                  <a:pt x="773760" y="1117291"/>
                </a:cubicBezTo>
                <a:lnTo>
                  <a:pt x="746503" y="1150326"/>
                </a:lnTo>
                <a:lnTo>
                  <a:pt x="631612" y="1150326"/>
                </a:lnTo>
                <a:lnTo>
                  <a:pt x="653307" y="1132426"/>
                </a:lnTo>
                <a:cubicBezTo>
                  <a:pt x="729007" y="1056726"/>
                  <a:pt x="775829" y="952146"/>
                  <a:pt x="775829" y="836631"/>
                </a:cubicBezTo>
                <a:cubicBezTo>
                  <a:pt x="775829" y="605600"/>
                  <a:pt x="588542" y="418312"/>
                  <a:pt x="357511" y="418312"/>
                </a:cubicBezTo>
                <a:cubicBezTo>
                  <a:pt x="213116" y="418312"/>
                  <a:pt x="85809" y="491471"/>
                  <a:pt x="10634" y="602745"/>
                </a:cubicBezTo>
                <a:lnTo>
                  <a:pt x="0" y="622337"/>
                </a:lnTo>
                <a:lnTo>
                  <a:pt x="0" y="484779"/>
                </a:lnTo>
                <a:lnTo>
                  <a:pt x="2559" y="481679"/>
                </a:lnTo>
                <a:cubicBezTo>
                  <a:pt x="93399" y="390838"/>
                  <a:pt x="218894" y="334653"/>
                  <a:pt x="357511" y="334653"/>
                </a:cubicBezTo>
                <a:close/>
                <a:moveTo>
                  <a:pt x="357511" y="167326"/>
                </a:moveTo>
                <a:cubicBezTo>
                  <a:pt x="727157" y="167326"/>
                  <a:pt x="1026815" y="466984"/>
                  <a:pt x="1026815" y="836631"/>
                </a:cubicBezTo>
                <a:cubicBezTo>
                  <a:pt x="1026815" y="929042"/>
                  <a:pt x="1008086" y="1017080"/>
                  <a:pt x="974218" y="1097154"/>
                </a:cubicBezTo>
                <a:lnTo>
                  <a:pt x="945357" y="1150326"/>
                </a:lnTo>
                <a:lnTo>
                  <a:pt x="850592" y="1150326"/>
                </a:lnTo>
                <a:lnTo>
                  <a:pt x="897129" y="1064589"/>
                </a:lnTo>
                <a:cubicBezTo>
                  <a:pt x="926764" y="994524"/>
                  <a:pt x="943152" y="917491"/>
                  <a:pt x="943152" y="836631"/>
                </a:cubicBezTo>
                <a:cubicBezTo>
                  <a:pt x="943152" y="513190"/>
                  <a:pt x="680951" y="250990"/>
                  <a:pt x="357511" y="250990"/>
                </a:cubicBezTo>
                <a:cubicBezTo>
                  <a:pt x="236220" y="250990"/>
                  <a:pt x="123542" y="287862"/>
                  <a:pt x="30073" y="351008"/>
                </a:cubicBezTo>
                <a:lnTo>
                  <a:pt x="0" y="375821"/>
                </a:lnTo>
                <a:lnTo>
                  <a:pt x="0" y="272566"/>
                </a:lnTo>
                <a:lnTo>
                  <a:pt x="96987" y="219924"/>
                </a:lnTo>
                <a:cubicBezTo>
                  <a:pt x="177062" y="186055"/>
                  <a:pt x="265099" y="167326"/>
                  <a:pt x="357511" y="167326"/>
                </a:cubicBezTo>
                <a:close/>
                <a:moveTo>
                  <a:pt x="357511" y="0"/>
                </a:moveTo>
                <a:cubicBezTo>
                  <a:pt x="819569" y="0"/>
                  <a:pt x="1194141" y="374572"/>
                  <a:pt x="1194141" y="836631"/>
                </a:cubicBezTo>
                <a:cubicBezTo>
                  <a:pt x="1194141" y="894388"/>
                  <a:pt x="1188289" y="950778"/>
                  <a:pt x="1177144" y="1005241"/>
                </a:cubicBezTo>
                <a:lnTo>
                  <a:pt x="1132107" y="1150326"/>
                </a:lnTo>
                <a:lnTo>
                  <a:pt x="1040121" y="1150326"/>
                </a:lnTo>
                <a:lnTo>
                  <a:pt x="1051306" y="1129720"/>
                </a:lnTo>
                <a:cubicBezTo>
                  <a:pt x="1089408" y="1039636"/>
                  <a:pt x="1110478" y="940594"/>
                  <a:pt x="1110478" y="836631"/>
                </a:cubicBezTo>
                <a:cubicBezTo>
                  <a:pt x="1110478" y="420778"/>
                  <a:pt x="773363" y="83663"/>
                  <a:pt x="357511" y="83663"/>
                </a:cubicBezTo>
                <a:cubicBezTo>
                  <a:pt x="253547" y="83663"/>
                  <a:pt x="154505" y="104733"/>
                  <a:pt x="64422" y="142835"/>
                </a:cubicBezTo>
                <a:lnTo>
                  <a:pt x="0" y="177802"/>
                </a:lnTo>
                <a:lnTo>
                  <a:pt x="0" y="83038"/>
                </a:lnTo>
                <a:lnTo>
                  <a:pt x="31856" y="65747"/>
                </a:lnTo>
                <a:cubicBezTo>
                  <a:pt x="131949" y="23411"/>
                  <a:pt x="241996" y="0"/>
                  <a:pt x="35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 userDrawn="1">
            <p:custDataLst>
              <p:tags r:id="rId11"/>
            </p:custDataLst>
          </p:nvPr>
        </p:nvSpPr>
        <p:spPr>
          <a:xfrm>
            <a:off x="853259" y="925548"/>
            <a:ext cx="10485478" cy="5035688"/>
          </a:xfrm>
          <a:prstGeom prst="roundRect">
            <a:avLst>
              <a:gd name="adj" fmla="val 3274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>
            <p:custDataLst>
              <p:tags r:id="rId12"/>
            </p:custDataLst>
          </p:nvPr>
        </p:nvSpPr>
        <p:spPr>
          <a:xfrm>
            <a:off x="1006289" y="1104246"/>
            <a:ext cx="187853" cy="18785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 userDrawn="1">
            <p:custDataLst>
              <p:tags r:id="rId13"/>
            </p:custDataLst>
          </p:nvPr>
        </p:nvSpPr>
        <p:spPr>
          <a:xfrm>
            <a:off x="10920527" y="5577390"/>
            <a:ext cx="187853" cy="1878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 userDrawn="1">
            <p:custDataLst>
              <p:tags r:id="rId14"/>
            </p:custDataLst>
          </p:nvPr>
        </p:nvSpPr>
        <p:spPr>
          <a:xfrm>
            <a:off x="1042194" y="5577390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15"/>
            </p:custDataLst>
          </p:nvPr>
        </p:nvSpPr>
        <p:spPr>
          <a:xfrm>
            <a:off x="10685780" y="2987040"/>
            <a:ext cx="984885" cy="829310"/>
          </a:xfrm>
          <a:custGeom>
            <a:avLst/>
            <a:gdLst>
              <a:gd name="connsiteX0" fmla="*/ 0 w 999858"/>
              <a:gd name="connsiteY0" fmla="*/ 555476 h 820396"/>
              <a:gd name="connsiteX1" fmla="*/ 25638 w 999858"/>
              <a:gd name="connsiteY1" fmla="*/ 726392 h 820396"/>
              <a:gd name="connsiteX2" fmla="*/ 717847 w 999858"/>
              <a:gd name="connsiteY2" fmla="*/ 213645 h 820396"/>
              <a:gd name="connsiteX3" fmla="*/ 888763 w 999858"/>
              <a:gd name="connsiteY3" fmla="*/ 794759 h 820396"/>
              <a:gd name="connsiteX4" fmla="*/ 999858 w 999858"/>
              <a:gd name="connsiteY4" fmla="*/ 820396 h 820396"/>
              <a:gd name="connsiteX5" fmla="*/ 828942 w 999858"/>
              <a:gd name="connsiteY5" fmla="*/ 0 h 820396"/>
              <a:gd name="connsiteX6" fmla="*/ 0 w 999858"/>
              <a:gd name="connsiteY6" fmla="*/ 555476 h 820396"/>
              <a:gd name="connsiteX0-1" fmla="*/ 0 w 982766"/>
              <a:gd name="connsiteY0-2" fmla="*/ 555476 h 820396"/>
              <a:gd name="connsiteX1-3" fmla="*/ 8546 w 982766"/>
              <a:gd name="connsiteY1-4" fmla="*/ 726392 h 820396"/>
              <a:gd name="connsiteX2-5" fmla="*/ 700755 w 982766"/>
              <a:gd name="connsiteY2-6" fmla="*/ 213645 h 820396"/>
              <a:gd name="connsiteX3-7" fmla="*/ 871671 w 982766"/>
              <a:gd name="connsiteY3-8" fmla="*/ 794759 h 820396"/>
              <a:gd name="connsiteX4-9" fmla="*/ 982766 w 982766"/>
              <a:gd name="connsiteY4-10" fmla="*/ 820396 h 820396"/>
              <a:gd name="connsiteX5-11" fmla="*/ 811850 w 982766"/>
              <a:gd name="connsiteY5-12" fmla="*/ 0 h 820396"/>
              <a:gd name="connsiteX6-13" fmla="*/ 0 w 982766"/>
              <a:gd name="connsiteY6-14" fmla="*/ 555476 h 820396"/>
              <a:gd name="connsiteX0-15" fmla="*/ 0 w 1008403"/>
              <a:gd name="connsiteY0-16" fmla="*/ 555476 h 820396"/>
              <a:gd name="connsiteX1-17" fmla="*/ 8546 w 1008403"/>
              <a:gd name="connsiteY1-18" fmla="*/ 726392 h 820396"/>
              <a:gd name="connsiteX2-19" fmla="*/ 700755 w 1008403"/>
              <a:gd name="connsiteY2-20" fmla="*/ 213645 h 820396"/>
              <a:gd name="connsiteX3-21" fmla="*/ 871671 w 1008403"/>
              <a:gd name="connsiteY3-22" fmla="*/ 794759 h 820396"/>
              <a:gd name="connsiteX4-23" fmla="*/ 1008403 w 1008403"/>
              <a:gd name="connsiteY4-24" fmla="*/ 820396 h 820396"/>
              <a:gd name="connsiteX5-25" fmla="*/ 811850 w 1008403"/>
              <a:gd name="connsiteY5-26" fmla="*/ 0 h 820396"/>
              <a:gd name="connsiteX6-27" fmla="*/ 0 w 1008403"/>
              <a:gd name="connsiteY6-28" fmla="*/ 555476 h 820396"/>
              <a:gd name="connsiteX0-29" fmla="*/ 0 w 1025494"/>
              <a:gd name="connsiteY0-30" fmla="*/ 555476 h 846033"/>
              <a:gd name="connsiteX1-31" fmla="*/ 8546 w 1025494"/>
              <a:gd name="connsiteY1-32" fmla="*/ 726392 h 846033"/>
              <a:gd name="connsiteX2-33" fmla="*/ 700755 w 1025494"/>
              <a:gd name="connsiteY2-34" fmla="*/ 213645 h 846033"/>
              <a:gd name="connsiteX3-35" fmla="*/ 871671 w 1025494"/>
              <a:gd name="connsiteY3-36" fmla="*/ 794759 h 846033"/>
              <a:gd name="connsiteX4-37" fmla="*/ 1025494 w 1025494"/>
              <a:gd name="connsiteY4-38" fmla="*/ 846033 h 846033"/>
              <a:gd name="connsiteX5-39" fmla="*/ 811850 w 1025494"/>
              <a:gd name="connsiteY5-40" fmla="*/ 0 h 846033"/>
              <a:gd name="connsiteX6-41" fmla="*/ 0 w 1025494"/>
              <a:gd name="connsiteY6-42" fmla="*/ 555476 h 846033"/>
              <a:gd name="connsiteX0-43" fmla="*/ 0 w 1025494"/>
              <a:gd name="connsiteY0-44" fmla="*/ 555476 h 863125"/>
              <a:gd name="connsiteX1-45" fmla="*/ 8546 w 1025494"/>
              <a:gd name="connsiteY1-46" fmla="*/ 726392 h 863125"/>
              <a:gd name="connsiteX2-47" fmla="*/ 700755 w 1025494"/>
              <a:gd name="connsiteY2-48" fmla="*/ 213645 h 863125"/>
              <a:gd name="connsiteX3-49" fmla="*/ 871671 w 1025494"/>
              <a:gd name="connsiteY3-50" fmla="*/ 794759 h 863125"/>
              <a:gd name="connsiteX4-51" fmla="*/ 1025494 w 1025494"/>
              <a:gd name="connsiteY4-52" fmla="*/ 863125 h 863125"/>
              <a:gd name="connsiteX5-53" fmla="*/ 811850 w 1025494"/>
              <a:gd name="connsiteY5-54" fmla="*/ 0 h 863125"/>
              <a:gd name="connsiteX6-55" fmla="*/ 0 w 1025494"/>
              <a:gd name="connsiteY6-56" fmla="*/ 555476 h 863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25494" h="863125">
                <a:moveTo>
                  <a:pt x="0" y="555476"/>
                </a:moveTo>
                <a:lnTo>
                  <a:pt x="8546" y="726392"/>
                </a:lnTo>
                <a:lnTo>
                  <a:pt x="700755" y="213645"/>
                </a:lnTo>
                <a:lnTo>
                  <a:pt x="871671" y="794759"/>
                </a:lnTo>
                <a:lnTo>
                  <a:pt x="1025494" y="863125"/>
                </a:lnTo>
                <a:lnTo>
                  <a:pt x="811850" y="0"/>
                </a:lnTo>
                <a:lnTo>
                  <a:pt x="0" y="555476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>
            <p:custDataLst>
              <p:tags r:id="rId16"/>
            </p:custDataLst>
          </p:nvPr>
        </p:nvSpPr>
        <p:spPr>
          <a:xfrm>
            <a:off x="10973435" y="2978785"/>
            <a:ext cx="829310" cy="993140"/>
          </a:xfrm>
          <a:custGeom>
            <a:avLst/>
            <a:gdLst>
              <a:gd name="connsiteX0" fmla="*/ 512747 w 863125"/>
              <a:gd name="connsiteY0" fmla="*/ 0 h 1034041"/>
              <a:gd name="connsiteX1" fmla="*/ 692209 w 863125"/>
              <a:gd name="connsiteY1" fmla="*/ 34183 h 1034041"/>
              <a:gd name="connsiteX2" fmla="*/ 863125 w 863125"/>
              <a:gd name="connsiteY2" fmla="*/ 1034041 h 1034041"/>
              <a:gd name="connsiteX3" fmla="*/ 0 w 863125"/>
              <a:gd name="connsiteY3" fmla="*/ 709301 h 1034041"/>
              <a:gd name="connsiteX4" fmla="*/ 136732 w 863125"/>
              <a:gd name="connsiteY4" fmla="*/ 606751 h 1034041"/>
              <a:gd name="connsiteX5" fmla="*/ 692209 w 863125"/>
              <a:gd name="connsiteY5" fmla="*/ 837488 h 1034041"/>
              <a:gd name="connsiteX6" fmla="*/ 512747 w 863125"/>
              <a:gd name="connsiteY6" fmla="*/ 0 h 1034041"/>
              <a:gd name="connsiteX0-1" fmla="*/ 512747 w 863125"/>
              <a:gd name="connsiteY0-2" fmla="*/ 0 h 1034041"/>
              <a:gd name="connsiteX1-3" fmla="*/ 658026 w 863125"/>
              <a:gd name="connsiteY1-4" fmla="*/ 34183 h 1034041"/>
              <a:gd name="connsiteX2-5" fmla="*/ 863125 w 863125"/>
              <a:gd name="connsiteY2-6" fmla="*/ 1034041 h 1034041"/>
              <a:gd name="connsiteX3-7" fmla="*/ 0 w 863125"/>
              <a:gd name="connsiteY3-8" fmla="*/ 709301 h 1034041"/>
              <a:gd name="connsiteX4-9" fmla="*/ 136732 w 863125"/>
              <a:gd name="connsiteY4-10" fmla="*/ 606751 h 1034041"/>
              <a:gd name="connsiteX5-11" fmla="*/ 692209 w 863125"/>
              <a:gd name="connsiteY5-12" fmla="*/ 837488 h 1034041"/>
              <a:gd name="connsiteX6-13" fmla="*/ 512747 w 863125"/>
              <a:gd name="connsiteY6-14" fmla="*/ 0 h 1034041"/>
              <a:gd name="connsiteX0-15" fmla="*/ 512747 w 863125"/>
              <a:gd name="connsiteY0-16" fmla="*/ 0 h 1034041"/>
              <a:gd name="connsiteX1-17" fmla="*/ 658026 w 863125"/>
              <a:gd name="connsiteY1-18" fmla="*/ 34183 h 1034041"/>
              <a:gd name="connsiteX2-19" fmla="*/ 863125 w 863125"/>
              <a:gd name="connsiteY2-20" fmla="*/ 1034041 h 1034041"/>
              <a:gd name="connsiteX3-21" fmla="*/ 0 w 863125"/>
              <a:gd name="connsiteY3-22" fmla="*/ 709301 h 1034041"/>
              <a:gd name="connsiteX4-23" fmla="*/ 136732 w 863125"/>
              <a:gd name="connsiteY4-24" fmla="*/ 606751 h 1034041"/>
              <a:gd name="connsiteX5-25" fmla="*/ 717846 w 863125"/>
              <a:gd name="connsiteY5-26" fmla="*/ 871671 h 1034041"/>
              <a:gd name="connsiteX6-27" fmla="*/ 512747 w 863125"/>
              <a:gd name="connsiteY6-28" fmla="*/ 0 h 1034041"/>
              <a:gd name="connsiteX0-29" fmla="*/ 512747 w 863125"/>
              <a:gd name="connsiteY0-30" fmla="*/ 0 h 1034041"/>
              <a:gd name="connsiteX1-31" fmla="*/ 658026 w 863125"/>
              <a:gd name="connsiteY1-32" fmla="*/ 34183 h 1034041"/>
              <a:gd name="connsiteX2-33" fmla="*/ 863125 w 863125"/>
              <a:gd name="connsiteY2-34" fmla="*/ 1034041 h 1034041"/>
              <a:gd name="connsiteX3-35" fmla="*/ 0 w 863125"/>
              <a:gd name="connsiteY3-36" fmla="*/ 709301 h 1034041"/>
              <a:gd name="connsiteX4-37" fmla="*/ 136732 w 863125"/>
              <a:gd name="connsiteY4-38" fmla="*/ 606751 h 1034041"/>
              <a:gd name="connsiteX5-39" fmla="*/ 726392 w 863125"/>
              <a:gd name="connsiteY5-40" fmla="*/ 871671 h 1034041"/>
              <a:gd name="connsiteX6-41" fmla="*/ 512747 w 863125"/>
              <a:gd name="connsiteY6-42" fmla="*/ 0 h 10340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63125" h="1034041">
                <a:moveTo>
                  <a:pt x="512747" y="0"/>
                </a:moveTo>
                <a:lnTo>
                  <a:pt x="658026" y="34183"/>
                </a:lnTo>
                <a:lnTo>
                  <a:pt x="863125" y="1034041"/>
                </a:lnTo>
                <a:lnTo>
                  <a:pt x="0" y="709301"/>
                </a:lnTo>
                <a:lnTo>
                  <a:pt x="136732" y="606751"/>
                </a:lnTo>
                <a:lnTo>
                  <a:pt x="726392" y="871671"/>
                </a:lnTo>
                <a:lnTo>
                  <a:pt x="512747" y="0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>
            <p:custDataLst>
              <p:tags r:id="rId17"/>
            </p:custDataLst>
          </p:nvPr>
        </p:nvSpPr>
        <p:spPr>
          <a:xfrm>
            <a:off x="10694035" y="3200400"/>
            <a:ext cx="1108075" cy="894715"/>
          </a:xfrm>
          <a:custGeom>
            <a:avLst/>
            <a:gdLst>
              <a:gd name="connsiteX0" fmla="*/ 683663 w 1153682"/>
              <a:gd name="connsiteY0" fmla="*/ 0 h 931492"/>
              <a:gd name="connsiteX1" fmla="*/ 743484 w 1153682"/>
              <a:gd name="connsiteY1" fmla="*/ 170916 h 931492"/>
              <a:gd name="connsiteX2" fmla="*/ 264919 w 1153682"/>
              <a:gd name="connsiteY2" fmla="*/ 487111 h 931492"/>
              <a:gd name="connsiteX3" fmla="*/ 1153682 w 1153682"/>
              <a:gd name="connsiteY3" fmla="*/ 811851 h 931492"/>
              <a:gd name="connsiteX4" fmla="*/ 999858 w 1153682"/>
              <a:gd name="connsiteY4" fmla="*/ 931492 h 931492"/>
              <a:gd name="connsiteX5" fmla="*/ 0 w 1153682"/>
              <a:gd name="connsiteY5" fmla="*/ 495657 h 931492"/>
              <a:gd name="connsiteX6" fmla="*/ 683663 w 1153682"/>
              <a:gd name="connsiteY6" fmla="*/ 0 h 931492"/>
              <a:gd name="connsiteX0-1" fmla="*/ 683663 w 1153682"/>
              <a:gd name="connsiteY0-2" fmla="*/ 0 h 931492"/>
              <a:gd name="connsiteX1-3" fmla="*/ 743484 w 1153682"/>
              <a:gd name="connsiteY1-4" fmla="*/ 170916 h 931492"/>
              <a:gd name="connsiteX2-5" fmla="*/ 273464 w 1153682"/>
              <a:gd name="connsiteY2-6" fmla="*/ 452928 h 931492"/>
              <a:gd name="connsiteX3-7" fmla="*/ 1153682 w 1153682"/>
              <a:gd name="connsiteY3-8" fmla="*/ 811851 h 931492"/>
              <a:gd name="connsiteX4-9" fmla="*/ 999858 w 1153682"/>
              <a:gd name="connsiteY4-10" fmla="*/ 931492 h 931492"/>
              <a:gd name="connsiteX5-11" fmla="*/ 0 w 1153682"/>
              <a:gd name="connsiteY5-12" fmla="*/ 495657 h 931492"/>
              <a:gd name="connsiteX6-13" fmla="*/ 683663 w 1153682"/>
              <a:gd name="connsiteY6-14" fmla="*/ 0 h 931492"/>
              <a:gd name="connsiteX0-15" fmla="*/ 683663 w 1153682"/>
              <a:gd name="connsiteY0-16" fmla="*/ 0 h 931492"/>
              <a:gd name="connsiteX1-17" fmla="*/ 743484 w 1153682"/>
              <a:gd name="connsiteY1-18" fmla="*/ 170916 h 931492"/>
              <a:gd name="connsiteX2-19" fmla="*/ 264919 w 1153682"/>
              <a:gd name="connsiteY2-20" fmla="*/ 461474 h 931492"/>
              <a:gd name="connsiteX3-21" fmla="*/ 1153682 w 1153682"/>
              <a:gd name="connsiteY3-22" fmla="*/ 811851 h 931492"/>
              <a:gd name="connsiteX4-23" fmla="*/ 999858 w 1153682"/>
              <a:gd name="connsiteY4-24" fmla="*/ 931492 h 931492"/>
              <a:gd name="connsiteX5-25" fmla="*/ 0 w 1153682"/>
              <a:gd name="connsiteY5-26" fmla="*/ 495657 h 931492"/>
              <a:gd name="connsiteX6-27" fmla="*/ 683663 w 1153682"/>
              <a:gd name="connsiteY6-28" fmla="*/ 0 h 931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53682" h="931492">
                <a:moveTo>
                  <a:pt x="683663" y="0"/>
                </a:moveTo>
                <a:lnTo>
                  <a:pt x="743484" y="170916"/>
                </a:lnTo>
                <a:lnTo>
                  <a:pt x="264919" y="461474"/>
                </a:lnTo>
                <a:lnTo>
                  <a:pt x="1153682" y="811851"/>
                </a:lnTo>
                <a:lnTo>
                  <a:pt x="999858" y="931492"/>
                </a:lnTo>
                <a:lnTo>
                  <a:pt x="0" y="495657"/>
                </a:lnTo>
                <a:lnTo>
                  <a:pt x="683663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 userDrawn="1">
            <p:custDataLst>
              <p:tags r:id="rId18"/>
            </p:custDataLst>
          </p:nvPr>
        </p:nvSpPr>
        <p:spPr>
          <a:xfrm>
            <a:off x="10943656" y="1092855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 userDrawn="1">
            <p:custDataLst>
              <p:tags r:id="rId19"/>
            </p:custDataLst>
          </p:nvPr>
        </p:nvSpPr>
        <p:spPr>
          <a:xfrm>
            <a:off x="258445" y="2168525"/>
            <a:ext cx="920750" cy="774700"/>
          </a:xfrm>
          <a:custGeom>
            <a:avLst/>
            <a:gdLst>
              <a:gd name="connsiteX0" fmla="*/ 0 w 999858"/>
              <a:gd name="connsiteY0" fmla="*/ 555476 h 820396"/>
              <a:gd name="connsiteX1" fmla="*/ 25638 w 999858"/>
              <a:gd name="connsiteY1" fmla="*/ 726392 h 820396"/>
              <a:gd name="connsiteX2" fmla="*/ 717847 w 999858"/>
              <a:gd name="connsiteY2" fmla="*/ 213645 h 820396"/>
              <a:gd name="connsiteX3" fmla="*/ 888763 w 999858"/>
              <a:gd name="connsiteY3" fmla="*/ 794759 h 820396"/>
              <a:gd name="connsiteX4" fmla="*/ 999858 w 999858"/>
              <a:gd name="connsiteY4" fmla="*/ 820396 h 820396"/>
              <a:gd name="connsiteX5" fmla="*/ 828942 w 999858"/>
              <a:gd name="connsiteY5" fmla="*/ 0 h 820396"/>
              <a:gd name="connsiteX6" fmla="*/ 0 w 999858"/>
              <a:gd name="connsiteY6" fmla="*/ 555476 h 820396"/>
              <a:gd name="connsiteX0-1" fmla="*/ 0 w 982766"/>
              <a:gd name="connsiteY0-2" fmla="*/ 555476 h 820396"/>
              <a:gd name="connsiteX1-3" fmla="*/ 8546 w 982766"/>
              <a:gd name="connsiteY1-4" fmla="*/ 726392 h 820396"/>
              <a:gd name="connsiteX2-5" fmla="*/ 700755 w 982766"/>
              <a:gd name="connsiteY2-6" fmla="*/ 213645 h 820396"/>
              <a:gd name="connsiteX3-7" fmla="*/ 871671 w 982766"/>
              <a:gd name="connsiteY3-8" fmla="*/ 794759 h 820396"/>
              <a:gd name="connsiteX4-9" fmla="*/ 982766 w 982766"/>
              <a:gd name="connsiteY4-10" fmla="*/ 820396 h 820396"/>
              <a:gd name="connsiteX5-11" fmla="*/ 811850 w 982766"/>
              <a:gd name="connsiteY5-12" fmla="*/ 0 h 820396"/>
              <a:gd name="connsiteX6-13" fmla="*/ 0 w 982766"/>
              <a:gd name="connsiteY6-14" fmla="*/ 555476 h 820396"/>
              <a:gd name="connsiteX0-15" fmla="*/ 0 w 1008403"/>
              <a:gd name="connsiteY0-16" fmla="*/ 555476 h 820396"/>
              <a:gd name="connsiteX1-17" fmla="*/ 8546 w 1008403"/>
              <a:gd name="connsiteY1-18" fmla="*/ 726392 h 820396"/>
              <a:gd name="connsiteX2-19" fmla="*/ 700755 w 1008403"/>
              <a:gd name="connsiteY2-20" fmla="*/ 213645 h 820396"/>
              <a:gd name="connsiteX3-21" fmla="*/ 871671 w 1008403"/>
              <a:gd name="connsiteY3-22" fmla="*/ 794759 h 820396"/>
              <a:gd name="connsiteX4-23" fmla="*/ 1008403 w 1008403"/>
              <a:gd name="connsiteY4-24" fmla="*/ 820396 h 820396"/>
              <a:gd name="connsiteX5-25" fmla="*/ 811850 w 1008403"/>
              <a:gd name="connsiteY5-26" fmla="*/ 0 h 820396"/>
              <a:gd name="connsiteX6-27" fmla="*/ 0 w 1008403"/>
              <a:gd name="connsiteY6-28" fmla="*/ 555476 h 820396"/>
              <a:gd name="connsiteX0-29" fmla="*/ 0 w 1025494"/>
              <a:gd name="connsiteY0-30" fmla="*/ 555476 h 846033"/>
              <a:gd name="connsiteX1-31" fmla="*/ 8546 w 1025494"/>
              <a:gd name="connsiteY1-32" fmla="*/ 726392 h 846033"/>
              <a:gd name="connsiteX2-33" fmla="*/ 700755 w 1025494"/>
              <a:gd name="connsiteY2-34" fmla="*/ 213645 h 846033"/>
              <a:gd name="connsiteX3-35" fmla="*/ 871671 w 1025494"/>
              <a:gd name="connsiteY3-36" fmla="*/ 794759 h 846033"/>
              <a:gd name="connsiteX4-37" fmla="*/ 1025494 w 1025494"/>
              <a:gd name="connsiteY4-38" fmla="*/ 846033 h 846033"/>
              <a:gd name="connsiteX5-39" fmla="*/ 811850 w 1025494"/>
              <a:gd name="connsiteY5-40" fmla="*/ 0 h 846033"/>
              <a:gd name="connsiteX6-41" fmla="*/ 0 w 1025494"/>
              <a:gd name="connsiteY6-42" fmla="*/ 555476 h 846033"/>
              <a:gd name="connsiteX0-43" fmla="*/ 0 w 1025494"/>
              <a:gd name="connsiteY0-44" fmla="*/ 555476 h 863125"/>
              <a:gd name="connsiteX1-45" fmla="*/ 8546 w 1025494"/>
              <a:gd name="connsiteY1-46" fmla="*/ 726392 h 863125"/>
              <a:gd name="connsiteX2-47" fmla="*/ 700755 w 1025494"/>
              <a:gd name="connsiteY2-48" fmla="*/ 213645 h 863125"/>
              <a:gd name="connsiteX3-49" fmla="*/ 871671 w 1025494"/>
              <a:gd name="connsiteY3-50" fmla="*/ 794759 h 863125"/>
              <a:gd name="connsiteX4-51" fmla="*/ 1025494 w 1025494"/>
              <a:gd name="connsiteY4-52" fmla="*/ 863125 h 863125"/>
              <a:gd name="connsiteX5-53" fmla="*/ 811850 w 1025494"/>
              <a:gd name="connsiteY5-54" fmla="*/ 0 h 863125"/>
              <a:gd name="connsiteX6-55" fmla="*/ 0 w 1025494"/>
              <a:gd name="connsiteY6-56" fmla="*/ 555476 h 863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25494" h="863125">
                <a:moveTo>
                  <a:pt x="0" y="555476"/>
                </a:moveTo>
                <a:lnTo>
                  <a:pt x="8546" y="726392"/>
                </a:lnTo>
                <a:lnTo>
                  <a:pt x="700755" y="213645"/>
                </a:lnTo>
                <a:lnTo>
                  <a:pt x="871671" y="794759"/>
                </a:lnTo>
                <a:lnTo>
                  <a:pt x="1025494" y="863125"/>
                </a:lnTo>
                <a:lnTo>
                  <a:pt x="811850" y="0"/>
                </a:lnTo>
                <a:lnTo>
                  <a:pt x="0" y="555476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: 形状 47"/>
          <p:cNvSpPr/>
          <p:nvPr userDrawn="1">
            <p:custDataLst>
              <p:tags r:id="rId20"/>
            </p:custDataLst>
          </p:nvPr>
        </p:nvSpPr>
        <p:spPr>
          <a:xfrm>
            <a:off x="527050" y="2160270"/>
            <a:ext cx="774700" cy="928370"/>
          </a:xfrm>
          <a:custGeom>
            <a:avLst/>
            <a:gdLst>
              <a:gd name="connsiteX0" fmla="*/ 512747 w 863125"/>
              <a:gd name="connsiteY0" fmla="*/ 0 h 1034041"/>
              <a:gd name="connsiteX1" fmla="*/ 692209 w 863125"/>
              <a:gd name="connsiteY1" fmla="*/ 34183 h 1034041"/>
              <a:gd name="connsiteX2" fmla="*/ 863125 w 863125"/>
              <a:gd name="connsiteY2" fmla="*/ 1034041 h 1034041"/>
              <a:gd name="connsiteX3" fmla="*/ 0 w 863125"/>
              <a:gd name="connsiteY3" fmla="*/ 709301 h 1034041"/>
              <a:gd name="connsiteX4" fmla="*/ 136732 w 863125"/>
              <a:gd name="connsiteY4" fmla="*/ 606751 h 1034041"/>
              <a:gd name="connsiteX5" fmla="*/ 692209 w 863125"/>
              <a:gd name="connsiteY5" fmla="*/ 837488 h 1034041"/>
              <a:gd name="connsiteX6" fmla="*/ 512747 w 863125"/>
              <a:gd name="connsiteY6" fmla="*/ 0 h 1034041"/>
              <a:gd name="connsiteX0-1" fmla="*/ 512747 w 863125"/>
              <a:gd name="connsiteY0-2" fmla="*/ 0 h 1034041"/>
              <a:gd name="connsiteX1-3" fmla="*/ 658026 w 863125"/>
              <a:gd name="connsiteY1-4" fmla="*/ 34183 h 1034041"/>
              <a:gd name="connsiteX2-5" fmla="*/ 863125 w 863125"/>
              <a:gd name="connsiteY2-6" fmla="*/ 1034041 h 1034041"/>
              <a:gd name="connsiteX3-7" fmla="*/ 0 w 863125"/>
              <a:gd name="connsiteY3-8" fmla="*/ 709301 h 1034041"/>
              <a:gd name="connsiteX4-9" fmla="*/ 136732 w 863125"/>
              <a:gd name="connsiteY4-10" fmla="*/ 606751 h 1034041"/>
              <a:gd name="connsiteX5-11" fmla="*/ 692209 w 863125"/>
              <a:gd name="connsiteY5-12" fmla="*/ 837488 h 1034041"/>
              <a:gd name="connsiteX6-13" fmla="*/ 512747 w 863125"/>
              <a:gd name="connsiteY6-14" fmla="*/ 0 h 1034041"/>
              <a:gd name="connsiteX0-15" fmla="*/ 512747 w 863125"/>
              <a:gd name="connsiteY0-16" fmla="*/ 0 h 1034041"/>
              <a:gd name="connsiteX1-17" fmla="*/ 658026 w 863125"/>
              <a:gd name="connsiteY1-18" fmla="*/ 34183 h 1034041"/>
              <a:gd name="connsiteX2-19" fmla="*/ 863125 w 863125"/>
              <a:gd name="connsiteY2-20" fmla="*/ 1034041 h 1034041"/>
              <a:gd name="connsiteX3-21" fmla="*/ 0 w 863125"/>
              <a:gd name="connsiteY3-22" fmla="*/ 709301 h 1034041"/>
              <a:gd name="connsiteX4-23" fmla="*/ 136732 w 863125"/>
              <a:gd name="connsiteY4-24" fmla="*/ 606751 h 1034041"/>
              <a:gd name="connsiteX5-25" fmla="*/ 717846 w 863125"/>
              <a:gd name="connsiteY5-26" fmla="*/ 871671 h 1034041"/>
              <a:gd name="connsiteX6-27" fmla="*/ 512747 w 863125"/>
              <a:gd name="connsiteY6-28" fmla="*/ 0 h 1034041"/>
              <a:gd name="connsiteX0-29" fmla="*/ 512747 w 863125"/>
              <a:gd name="connsiteY0-30" fmla="*/ 0 h 1034041"/>
              <a:gd name="connsiteX1-31" fmla="*/ 658026 w 863125"/>
              <a:gd name="connsiteY1-32" fmla="*/ 34183 h 1034041"/>
              <a:gd name="connsiteX2-33" fmla="*/ 863125 w 863125"/>
              <a:gd name="connsiteY2-34" fmla="*/ 1034041 h 1034041"/>
              <a:gd name="connsiteX3-35" fmla="*/ 0 w 863125"/>
              <a:gd name="connsiteY3-36" fmla="*/ 709301 h 1034041"/>
              <a:gd name="connsiteX4-37" fmla="*/ 136732 w 863125"/>
              <a:gd name="connsiteY4-38" fmla="*/ 606751 h 1034041"/>
              <a:gd name="connsiteX5-39" fmla="*/ 726392 w 863125"/>
              <a:gd name="connsiteY5-40" fmla="*/ 871671 h 1034041"/>
              <a:gd name="connsiteX6-41" fmla="*/ 512747 w 863125"/>
              <a:gd name="connsiteY6-42" fmla="*/ 0 h 10340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63125" h="1034041">
                <a:moveTo>
                  <a:pt x="512747" y="0"/>
                </a:moveTo>
                <a:lnTo>
                  <a:pt x="658026" y="34183"/>
                </a:lnTo>
                <a:lnTo>
                  <a:pt x="863125" y="1034041"/>
                </a:lnTo>
                <a:lnTo>
                  <a:pt x="0" y="709301"/>
                </a:lnTo>
                <a:lnTo>
                  <a:pt x="136732" y="606751"/>
                </a:lnTo>
                <a:lnTo>
                  <a:pt x="726392" y="871671"/>
                </a:lnTo>
                <a:lnTo>
                  <a:pt x="512747" y="0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: 形状 48"/>
          <p:cNvSpPr/>
          <p:nvPr userDrawn="1">
            <p:custDataLst>
              <p:tags r:id="rId21"/>
            </p:custDataLst>
          </p:nvPr>
        </p:nvSpPr>
        <p:spPr>
          <a:xfrm>
            <a:off x="266065" y="2367915"/>
            <a:ext cx="1035685" cy="836295"/>
          </a:xfrm>
          <a:custGeom>
            <a:avLst/>
            <a:gdLst>
              <a:gd name="connsiteX0" fmla="*/ 683663 w 1153682"/>
              <a:gd name="connsiteY0" fmla="*/ 0 h 931492"/>
              <a:gd name="connsiteX1" fmla="*/ 743484 w 1153682"/>
              <a:gd name="connsiteY1" fmla="*/ 170916 h 931492"/>
              <a:gd name="connsiteX2" fmla="*/ 264919 w 1153682"/>
              <a:gd name="connsiteY2" fmla="*/ 487111 h 931492"/>
              <a:gd name="connsiteX3" fmla="*/ 1153682 w 1153682"/>
              <a:gd name="connsiteY3" fmla="*/ 811851 h 931492"/>
              <a:gd name="connsiteX4" fmla="*/ 999858 w 1153682"/>
              <a:gd name="connsiteY4" fmla="*/ 931492 h 931492"/>
              <a:gd name="connsiteX5" fmla="*/ 0 w 1153682"/>
              <a:gd name="connsiteY5" fmla="*/ 495657 h 931492"/>
              <a:gd name="connsiteX6" fmla="*/ 683663 w 1153682"/>
              <a:gd name="connsiteY6" fmla="*/ 0 h 931492"/>
              <a:gd name="connsiteX0-1" fmla="*/ 683663 w 1153682"/>
              <a:gd name="connsiteY0-2" fmla="*/ 0 h 931492"/>
              <a:gd name="connsiteX1-3" fmla="*/ 743484 w 1153682"/>
              <a:gd name="connsiteY1-4" fmla="*/ 170916 h 931492"/>
              <a:gd name="connsiteX2-5" fmla="*/ 273464 w 1153682"/>
              <a:gd name="connsiteY2-6" fmla="*/ 452928 h 931492"/>
              <a:gd name="connsiteX3-7" fmla="*/ 1153682 w 1153682"/>
              <a:gd name="connsiteY3-8" fmla="*/ 811851 h 931492"/>
              <a:gd name="connsiteX4-9" fmla="*/ 999858 w 1153682"/>
              <a:gd name="connsiteY4-10" fmla="*/ 931492 h 931492"/>
              <a:gd name="connsiteX5-11" fmla="*/ 0 w 1153682"/>
              <a:gd name="connsiteY5-12" fmla="*/ 495657 h 931492"/>
              <a:gd name="connsiteX6-13" fmla="*/ 683663 w 1153682"/>
              <a:gd name="connsiteY6-14" fmla="*/ 0 h 931492"/>
              <a:gd name="connsiteX0-15" fmla="*/ 683663 w 1153682"/>
              <a:gd name="connsiteY0-16" fmla="*/ 0 h 931492"/>
              <a:gd name="connsiteX1-17" fmla="*/ 743484 w 1153682"/>
              <a:gd name="connsiteY1-18" fmla="*/ 170916 h 931492"/>
              <a:gd name="connsiteX2-19" fmla="*/ 264919 w 1153682"/>
              <a:gd name="connsiteY2-20" fmla="*/ 461474 h 931492"/>
              <a:gd name="connsiteX3-21" fmla="*/ 1153682 w 1153682"/>
              <a:gd name="connsiteY3-22" fmla="*/ 811851 h 931492"/>
              <a:gd name="connsiteX4-23" fmla="*/ 999858 w 1153682"/>
              <a:gd name="connsiteY4-24" fmla="*/ 931492 h 931492"/>
              <a:gd name="connsiteX5-25" fmla="*/ 0 w 1153682"/>
              <a:gd name="connsiteY5-26" fmla="*/ 495657 h 931492"/>
              <a:gd name="connsiteX6-27" fmla="*/ 683663 w 1153682"/>
              <a:gd name="connsiteY6-28" fmla="*/ 0 h 931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53682" h="931492">
                <a:moveTo>
                  <a:pt x="683663" y="0"/>
                </a:moveTo>
                <a:lnTo>
                  <a:pt x="743484" y="170916"/>
                </a:lnTo>
                <a:lnTo>
                  <a:pt x="264919" y="461474"/>
                </a:lnTo>
                <a:lnTo>
                  <a:pt x="1153682" y="811851"/>
                </a:lnTo>
                <a:lnTo>
                  <a:pt x="999858" y="931492"/>
                </a:lnTo>
                <a:lnTo>
                  <a:pt x="0" y="495657"/>
                </a:lnTo>
                <a:lnTo>
                  <a:pt x="683663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Subtitle 9"/>
          <p:cNvSpPr>
            <a:spLocks noGrp="1"/>
          </p:cNvSpPr>
          <p:nvPr>
            <p:ph type="body" idx="16386" hasCustomPrompt="1"/>
            <p:custDataLst>
              <p:tags r:id="rId2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23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矩形: 圆角 1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: 圆角 11"/>
          <p:cNvSpPr/>
          <p:nvPr userDrawn="1">
            <p:custDataLst>
              <p:tags r:id="rId4"/>
            </p:custDataLst>
          </p:nvPr>
        </p:nvSpPr>
        <p:spPr>
          <a:xfrm>
            <a:off x="7372985" y="4102735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5" name="任意多边形: 形状 33"/>
          <p:cNvSpPr/>
          <p:nvPr userDrawn="1">
            <p:custDataLst>
              <p:tags r:id="rId5"/>
            </p:custDataLst>
          </p:nvPr>
        </p:nvSpPr>
        <p:spPr>
          <a:xfrm>
            <a:off x="9316479" y="696930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6" name="任意多边形: 形状 32"/>
          <p:cNvSpPr/>
          <p:nvPr userDrawn="1">
            <p:custDataLst>
              <p:tags r:id="rId6"/>
            </p:custDataLst>
          </p:nvPr>
        </p:nvSpPr>
        <p:spPr>
          <a:xfrm>
            <a:off x="496396" y="4352787"/>
            <a:ext cx="2219228" cy="2219228"/>
          </a:xfrm>
          <a:custGeom>
            <a:avLst/>
            <a:gdLst>
              <a:gd name="connsiteX0" fmla="*/ 1763176 w 3526352"/>
              <a:gd name="connsiteY0" fmla="*/ 1586858 h 3526352"/>
              <a:gd name="connsiteX1" fmla="*/ 1586858 w 3526352"/>
              <a:gd name="connsiteY1" fmla="*/ 1763176 h 3526352"/>
              <a:gd name="connsiteX2" fmla="*/ 1763176 w 3526352"/>
              <a:gd name="connsiteY2" fmla="*/ 1939494 h 3526352"/>
              <a:gd name="connsiteX3" fmla="*/ 1939494 w 3526352"/>
              <a:gd name="connsiteY3" fmla="*/ 1763176 h 3526352"/>
              <a:gd name="connsiteX4" fmla="*/ 1763176 w 3526352"/>
              <a:gd name="connsiteY4" fmla="*/ 1586858 h 3526352"/>
              <a:gd name="connsiteX5" fmla="*/ 1763176 w 3526352"/>
              <a:gd name="connsiteY5" fmla="*/ 1410540 h 3526352"/>
              <a:gd name="connsiteX6" fmla="*/ 2115812 w 3526352"/>
              <a:gd name="connsiteY6" fmla="*/ 1763176 h 3526352"/>
              <a:gd name="connsiteX7" fmla="*/ 1763176 w 3526352"/>
              <a:gd name="connsiteY7" fmla="*/ 2115812 h 3526352"/>
              <a:gd name="connsiteX8" fmla="*/ 1410540 w 3526352"/>
              <a:gd name="connsiteY8" fmla="*/ 1763176 h 3526352"/>
              <a:gd name="connsiteX9" fmla="*/ 1763176 w 3526352"/>
              <a:gd name="connsiteY9" fmla="*/ 1410540 h 3526352"/>
              <a:gd name="connsiteX10" fmla="*/ 1763176 w 3526352"/>
              <a:gd name="connsiteY10" fmla="*/ 1234223 h 3526352"/>
              <a:gd name="connsiteX11" fmla="*/ 1234223 w 3526352"/>
              <a:gd name="connsiteY11" fmla="*/ 1763176 h 3526352"/>
              <a:gd name="connsiteX12" fmla="*/ 1763176 w 3526352"/>
              <a:gd name="connsiteY12" fmla="*/ 2292129 h 3526352"/>
              <a:gd name="connsiteX13" fmla="*/ 2292129 w 3526352"/>
              <a:gd name="connsiteY13" fmla="*/ 1763176 h 3526352"/>
              <a:gd name="connsiteX14" fmla="*/ 1763176 w 3526352"/>
              <a:gd name="connsiteY14" fmla="*/ 1234223 h 3526352"/>
              <a:gd name="connsiteX15" fmla="*/ 1763176 w 3526352"/>
              <a:gd name="connsiteY15" fmla="*/ 1057905 h 3526352"/>
              <a:gd name="connsiteX16" fmla="*/ 2468447 w 3526352"/>
              <a:gd name="connsiteY16" fmla="*/ 1763176 h 3526352"/>
              <a:gd name="connsiteX17" fmla="*/ 1763176 w 3526352"/>
              <a:gd name="connsiteY17" fmla="*/ 2468447 h 3526352"/>
              <a:gd name="connsiteX18" fmla="*/ 1057905 w 3526352"/>
              <a:gd name="connsiteY18" fmla="*/ 1763176 h 3526352"/>
              <a:gd name="connsiteX19" fmla="*/ 1763176 w 3526352"/>
              <a:gd name="connsiteY19" fmla="*/ 1057905 h 3526352"/>
              <a:gd name="connsiteX20" fmla="*/ 1763176 w 3526352"/>
              <a:gd name="connsiteY20" fmla="*/ 881581 h 3526352"/>
              <a:gd name="connsiteX21" fmla="*/ 881581 w 3526352"/>
              <a:gd name="connsiteY21" fmla="*/ 1763176 h 3526352"/>
              <a:gd name="connsiteX22" fmla="*/ 1763176 w 3526352"/>
              <a:gd name="connsiteY22" fmla="*/ 2644771 h 3526352"/>
              <a:gd name="connsiteX23" fmla="*/ 2644771 w 3526352"/>
              <a:gd name="connsiteY23" fmla="*/ 1763176 h 3526352"/>
              <a:gd name="connsiteX24" fmla="*/ 1763176 w 3526352"/>
              <a:gd name="connsiteY24" fmla="*/ 881581 h 3526352"/>
              <a:gd name="connsiteX25" fmla="*/ 1763176 w 3526352"/>
              <a:gd name="connsiteY25" fmla="*/ 705270 h 3526352"/>
              <a:gd name="connsiteX26" fmla="*/ 2821082 w 3526352"/>
              <a:gd name="connsiteY26" fmla="*/ 1763176 h 3526352"/>
              <a:gd name="connsiteX27" fmla="*/ 1763176 w 3526352"/>
              <a:gd name="connsiteY27" fmla="*/ 2821082 h 3526352"/>
              <a:gd name="connsiteX28" fmla="*/ 705270 w 3526352"/>
              <a:gd name="connsiteY28" fmla="*/ 1763176 h 3526352"/>
              <a:gd name="connsiteX29" fmla="*/ 1763176 w 3526352"/>
              <a:gd name="connsiteY29" fmla="*/ 705270 h 3526352"/>
              <a:gd name="connsiteX30" fmla="*/ 1763176 w 3526352"/>
              <a:gd name="connsiteY30" fmla="*/ 528953 h 3526352"/>
              <a:gd name="connsiteX31" fmla="*/ 528953 w 3526352"/>
              <a:gd name="connsiteY31" fmla="*/ 1763176 h 3526352"/>
              <a:gd name="connsiteX32" fmla="*/ 1763176 w 3526352"/>
              <a:gd name="connsiteY32" fmla="*/ 2997399 h 3526352"/>
              <a:gd name="connsiteX33" fmla="*/ 2997399 w 3526352"/>
              <a:gd name="connsiteY33" fmla="*/ 1763176 h 3526352"/>
              <a:gd name="connsiteX34" fmla="*/ 1763176 w 3526352"/>
              <a:gd name="connsiteY34" fmla="*/ 528953 h 3526352"/>
              <a:gd name="connsiteX35" fmla="*/ 1763176 w 3526352"/>
              <a:gd name="connsiteY35" fmla="*/ 352635 h 3526352"/>
              <a:gd name="connsiteX36" fmla="*/ 3173717 w 3526352"/>
              <a:gd name="connsiteY36" fmla="*/ 1763176 h 3526352"/>
              <a:gd name="connsiteX37" fmla="*/ 1763176 w 3526352"/>
              <a:gd name="connsiteY37" fmla="*/ 3173717 h 3526352"/>
              <a:gd name="connsiteX38" fmla="*/ 352635 w 3526352"/>
              <a:gd name="connsiteY38" fmla="*/ 1763176 h 3526352"/>
              <a:gd name="connsiteX39" fmla="*/ 1763176 w 3526352"/>
              <a:gd name="connsiteY39" fmla="*/ 352635 h 3526352"/>
              <a:gd name="connsiteX40" fmla="*/ 1763176 w 3526352"/>
              <a:gd name="connsiteY40" fmla="*/ 176318 h 3526352"/>
              <a:gd name="connsiteX41" fmla="*/ 176318 w 3526352"/>
              <a:gd name="connsiteY41" fmla="*/ 1763176 h 3526352"/>
              <a:gd name="connsiteX42" fmla="*/ 1763176 w 3526352"/>
              <a:gd name="connsiteY42" fmla="*/ 3350034 h 3526352"/>
              <a:gd name="connsiteX43" fmla="*/ 3350034 w 3526352"/>
              <a:gd name="connsiteY43" fmla="*/ 1763176 h 3526352"/>
              <a:gd name="connsiteX44" fmla="*/ 1763176 w 3526352"/>
              <a:gd name="connsiteY44" fmla="*/ 176318 h 3526352"/>
              <a:gd name="connsiteX45" fmla="*/ 1763176 w 3526352"/>
              <a:gd name="connsiteY45" fmla="*/ 0 h 3526352"/>
              <a:gd name="connsiteX46" fmla="*/ 3526352 w 3526352"/>
              <a:gd name="connsiteY46" fmla="*/ 1763176 h 3526352"/>
              <a:gd name="connsiteX47" fmla="*/ 1763176 w 3526352"/>
              <a:gd name="connsiteY47" fmla="*/ 3526352 h 3526352"/>
              <a:gd name="connsiteX48" fmla="*/ 0 w 3526352"/>
              <a:gd name="connsiteY48" fmla="*/ 1763176 h 3526352"/>
              <a:gd name="connsiteX49" fmla="*/ 1763176 w 3526352"/>
              <a:gd name="connsiteY49" fmla="*/ 0 h 352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526352" h="3526352">
                <a:moveTo>
                  <a:pt x="1763176" y="1586858"/>
                </a:moveTo>
                <a:cubicBezTo>
                  <a:pt x="1665798" y="1586858"/>
                  <a:pt x="1586858" y="1665798"/>
                  <a:pt x="1586858" y="1763176"/>
                </a:cubicBezTo>
                <a:cubicBezTo>
                  <a:pt x="1586858" y="1860554"/>
                  <a:pt x="1665798" y="1939494"/>
                  <a:pt x="1763176" y="1939494"/>
                </a:cubicBezTo>
                <a:cubicBezTo>
                  <a:pt x="1860554" y="1939494"/>
                  <a:pt x="1939494" y="1860554"/>
                  <a:pt x="1939494" y="1763176"/>
                </a:cubicBezTo>
                <a:cubicBezTo>
                  <a:pt x="1939494" y="1665798"/>
                  <a:pt x="1860554" y="1586858"/>
                  <a:pt x="1763176" y="1586858"/>
                </a:cubicBezTo>
                <a:close/>
                <a:moveTo>
                  <a:pt x="1763176" y="1410540"/>
                </a:moveTo>
                <a:cubicBezTo>
                  <a:pt x="1957931" y="1410540"/>
                  <a:pt x="2115812" y="1568421"/>
                  <a:pt x="2115812" y="1763176"/>
                </a:cubicBezTo>
                <a:cubicBezTo>
                  <a:pt x="2115812" y="1957931"/>
                  <a:pt x="1957931" y="2115812"/>
                  <a:pt x="1763176" y="2115812"/>
                </a:cubicBezTo>
                <a:cubicBezTo>
                  <a:pt x="1568421" y="2115812"/>
                  <a:pt x="1410540" y="1957931"/>
                  <a:pt x="1410540" y="1763176"/>
                </a:cubicBezTo>
                <a:cubicBezTo>
                  <a:pt x="1410540" y="1568421"/>
                  <a:pt x="1568421" y="1410540"/>
                  <a:pt x="1763176" y="1410540"/>
                </a:cubicBezTo>
                <a:close/>
                <a:moveTo>
                  <a:pt x="1763176" y="1234223"/>
                </a:moveTo>
                <a:cubicBezTo>
                  <a:pt x="1471043" y="1234223"/>
                  <a:pt x="1234223" y="1471043"/>
                  <a:pt x="1234223" y="1763176"/>
                </a:cubicBezTo>
                <a:cubicBezTo>
                  <a:pt x="1234223" y="2055309"/>
                  <a:pt x="1471043" y="2292129"/>
                  <a:pt x="1763176" y="2292129"/>
                </a:cubicBezTo>
                <a:cubicBezTo>
                  <a:pt x="2055309" y="2292129"/>
                  <a:pt x="2292129" y="2055309"/>
                  <a:pt x="2292129" y="1763176"/>
                </a:cubicBezTo>
                <a:cubicBezTo>
                  <a:pt x="2292129" y="1471043"/>
                  <a:pt x="2055309" y="1234223"/>
                  <a:pt x="1763176" y="1234223"/>
                </a:cubicBezTo>
                <a:close/>
                <a:moveTo>
                  <a:pt x="1763176" y="1057905"/>
                </a:moveTo>
                <a:cubicBezTo>
                  <a:pt x="2152686" y="1057905"/>
                  <a:pt x="2468447" y="1373666"/>
                  <a:pt x="2468447" y="1763176"/>
                </a:cubicBezTo>
                <a:cubicBezTo>
                  <a:pt x="2468447" y="2152686"/>
                  <a:pt x="2152686" y="2468447"/>
                  <a:pt x="1763176" y="2468447"/>
                </a:cubicBezTo>
                <a:cubicBezTo>
                  <a:pt x="1373666" y="2468447"/>
                  <a:pt x="1057905" y="2152686"/>
                  <a:pt x="1057905" y="1763176"/>
                </a:cubicBezTo>
                <a:cubicBezTo>
                  <a:pt x="1057905" y="1373666"/>
                  <a:pt x="1373666" y="1057905"/>
                  <a:pt x="1763176" y="1057905"/>
                </a:cubicBezTo>
                <a:close/>
                <a:moveTo>
                  <a:pt x="1763176" y="881581"/>
                </a:moveTo>
                <a:cubicBezTo>
                  <a:pt x="1276285" y="881581"/>
                  <a:pt x="881581" y="1276285"/>
                  <a:pt x="881581" y="1763176"/>
                </a:cubicBezTo>
                <a:cubicBezTo>
                  <a:pt x="881581" y="2250067"/>
                  <a:pt x="1276285" y="2644771"/>
                  <a:pt x="1763176" y="2644771"/>
                </a:cubicBezTo>
                <a:cubicBezTo>
                  <a:pt x="2250067" y="2644771"/>
                  <a:pt x="2644771" y="2250067"/>
                  <a:pt x="2644771" y="1763176"/>
                </a:cubicBezTo>
                <a:cubicBezTo>
                  <a:pt x="2644771" y="1276285"/>
                  <a:pt x="2250067" y="881581"/>
                  <a:pt x="1763176" y="881581"/>
                </a:cubicBezTo>
                <a:close/>
                <a:moveTo>
                  <a:pt x="1763176" y="705270"/>
                </a:moveTo>
                <a:cubicBezTo>
                  <a:pt x="2347441" y="705270"/>
                  <a:pt x="2821082" y="1178911"/>
                  <a:pt x="2821082" y="1763176"/>
                </a:cubicBezTo>
                <a:cubicBezTo>
                  <a:pt x="2821082" y="2347441"/>
                  <a:pt x="2347441" y="2821082"/>
                  <a:pt x="1763176" y="2821082"/>
                </a:cubicBezTo>
                <a:cubicBezTo>
                  <a:pt x="1178911" y="2821082"/>
                  <a:pt x="705270" y="2347441"/>
                  <a:pt x="705270" y="1763176"/>
                </a:cubicBezTo>
                <a:cubicBezTo>
                  <a:pt x="705270" y="1178911"/>
                  <a:pt x="1178911" y="705270"/>
                  <a:pt x="1763176" y="705270"/>
                </a:cubicBezTo>
                <a:close/>
                <a:moveTo>
                  <a:pt x="1763176" y="528953"/>
                </a:moveTo>
                <a:cubicBezTo>
                  <a:pt x="1081533" y="528953"/>
                  <a:pt x="528953" y="1081533"/>
                  <a:pt x="528953" y="1763176"/>
                </a:cubicBezTo>
                <a:cubicBezTo>
                  <a:pt x="528953" y="2444819"/>
                  <a:pt x="1081533" y="2997399"/>
                  <a:pt x="1763176" y="2997399"/>
                </a:cubicBezTo>
                <a:cubicBezTo>
                  <a:pt x="2444819" y="2997399"/>
                  <a:pt x="2997399" y="2444819"/>
                  <a:pt x="2997399" y="1763176"/>
                </a:cubicBezTo>
                <a:cubicBezTo>
                  <a:pt x="2997399" y="1081533"/>
                  <a:pt x="2444819" y="528953"/>
                  <a:pt x="1763176" y="528953"/>
                </a:cubicBezTo>
                <a:close/>
                <a:moveTo>
                  <a:pt x="1763176" y="352635"/>
                </a:moveTo>
                <a:cubicBezTo>
                  <a:pt x="2542196" y="352635"/>
                  <a:pt x="3173717" y="984156"/>
                  <a:pt x="3173717" y="1763176"/>
                </a:cubicBezTo>
                <a:cubicBezTo>
                  <a:pt x="3173717" y="2542196"/>
                  <a:pt x="2542196" y="3173717"/>
                  <a:pt x="1763176" y="3173717"/>
                </a:cubicBezTo>
                <a:cubicBezTo>
                  <a:pt x="984156" y="3173717"/>
                  <a:pt x="352635" y="2542196"/>
                  <a:pt x="352635" y="1763176"/>
                </a:cubicBezTo>
                <a:cubicBezTo>
                  <a:pt x="352635" y="984156"/>
                  <a:pt x="984156" y="352635"/>
                  <a:pt x="1763176" y="352635"/>
                </a:cubicBezTo>
                <a:close/>
                <a:moveTo>
                  <a:pt x="1763176" y="176318"/>
                </a:moveTo>
                <a:cubicBezTo>
                  <a:pt x="886779" y="176318"/>
                  <a:pt x="176318" y="886779"/>
                  <a:pt x="176318" y="1763176"/>
                </a:cubicBezTo>
                <a:cubicBezTo>
                  <a:pt x="176318" y="2639573"/>
                  <a:pt x="886779" y="3350034"/>
                  <a:pt x="1763176" y="3350034"/>
                </a:cubicBezTo>
                <a:cubicBezTo>
                  <a:pt x="2639573" y="3350034"/>
                  <a:pt x="3350034" y="2639573"/>
                  <a:pt x="3350034" y="1763176"/>
                </a:cubicBezTo>
                <a:cubicBezTo>
                  <a:pt x="3350034" y="886779"/>
                  <a:pt x="2639573" y="176318"/>
                  <a:pt x="1763176" y="176318"/>
                </a:cubicBezTo>
                <a:close/>
                <a:moveTo>
                  <a:pt x="1763176" y="0"/>
                </a:moveTo>
                <a:cubicBezTo>
                  <a:pt x="2736951" y="0"/>
                  <a:pt x="3526352" y="789401"/>
                  <a:pt x="3526352" y="1763176"/>
                </a:cubicBezTo>
                <a:cubicBezTo>
                  <a:pt x="3526352" y="2736951"/>
                  <a:pt x="2736951" y="3526352"/>
                  <a:pt x="1763176" y="3526352"/>
                </a:cubicBezTo>
                <a:cubicBezTo>
                  <a:pt x="789401" y="3526352"/>
                  <a:pt x="0" y="2736951"/>
                  <a:pt x="0" y="1763176"/>
                </a:cubicBezTo>
                <a:cubicBezTo>
                  <a:pt x="0" y="789401"/>
                  <a:pt x="789401" y="0"/>
                  <a:pt x="17631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1" name="矩形: 圆角 46"/>
          <p:cNvSpPr/>
          <p:nvPr userDrawn="1">
            <p:custDataLst>
              <p:tags r:id="rId7"/>
            </p:custDataLst>
          </p:nvPr>
        </p:nvSpPr>
        <p:spPr>
          <a:xfrm>
            <a:off x="1382395" y="1350010"/>
            <a:ext cx="9427210" cy="4157980"/>
          </a:xfrm>
          <a:prstGeom prst="roundRect">
            <a:avLst>
              <a:gd name="adj" fmla="val 3274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8841105" y="4937125"/>
            <a:ext cx="1214120" cy="1214120"/>
            <a:chOff x="-2615012" y="1495514"/>
            <a:chExt cx="1162227" cy="1162228"/>
          </a:xfrm>
        </p:grpSpPr>
        <p:sp>
          <p:nvSpPr>
            <p:cNvPr id="73" name="任意多边形: 形状 38"/>
            <p:cNvSpPr/>
            <p:nvPr>
              <p:custDataLst>
                <p:tags r:id="rId8"/>
              </p:custDataLst>
            </p:nvPr>
          </p:nvSpPr>
          <p:spPr>
            <a:xfrm>
              <a:off x="-2615012" y="1504060"/>
              <a:ext cx="1025494" cy="863125"/>
            </a:xfrm>
            <a:custGeom>
              <a:avLst/>
              <a:gdLst>
                <a:gd name="connsiteX0" fmla="*/ 0 w 999858"/>
                <a:gd name="connsiteY0" fmla="*/ 555476 h 820396"/>
                <a:gd name="connsiteX1" fmla="*/ 25638 w 999858"/>
                <a:gd name="connsiteY1" fmla="*/ 726392 h 820396"/>
                <a:gd name="connsiteX2" fmla="*/ 717847 w 999858"/>
                <a:gd name="connsiteY2" fmla="*/ 213645 h 820396"/>
                <a:gd name="connsiteX3" fmla="*/ 888763 w 999858"/>
                <a:gd name="connsiteY3" fmla="*/ 794759 h 820396"/>
                <a:gd name="connsiteX4" fmla="*/ 999858 w 999858"/>
                <a:gd name="connsiteY4" fmla="*/ 820396 h 820396"/>
                <a:gd name="connsiteX5" fmla="*/ 828942 w 999858"/>
                <a:gd name="connsiteY5" fmla="*/ 0 h 820396"/>
                <a:gd name="connsiteX6" fmla="*/ 0 w 999858"/>
                <a:gd name="connsiteY6" fmla="*/ 555476 h 820396"/>
                <a:gd name="connsiteX0-1" fmla="*/ 0 w 982766"/>
                <a:gd name="connsiteY0-2" fmla="*/ 555476 h 820396"/>
                <a:gd name="connsiteX1-3" fmla="*/ 8546 w 982766"/>
                <a:gd name="connsiteY1-4" fmla="*/ 726392 h 820396"/>
                <a:gd name="connsiteX2-5" fmla="*/ 700755 w 982766"/>
                <a:gd name="connsiteY2-6" fmla="*/ 213645 h 820396"/>
                <a:gd name="connsiteX3-7" fmla="*/ 871671 w 982766"/>
                <a:gd name="connsiteY3-8" fmla="*/ 794759 h 820396"/>
                <a:gd name="connsiteX4-9" fmla="*/ 982766 w 982766"/>
                <a:gd name="connsiteY4-10" fmla="*/ 820396 h 820396"/>
                <a:gd name="connsiteX5-11" fmla="*/ 811850 w 982766"/>
                <a:gd name="connsiteY5-12" fmla="*/ 0 h 820396"/>
                <a:gd name="connsiteX6-13" fmla="*/ 0 w 982766"/>
                <a:gd name="connsiteY6-14" fmla="*/ 555476 h 820396"/>
                <a:gd name="connsiteX0-15" fmla="*/ 0 w 1008403"/>
                <a:gd name="connsiteY0-16" fmla="*/ 555476 h 820396"/>
                <a:gd name="connsiteX1-17" fmla="*/ 8546 w 1008403"/>
                <a:gd name="connsiteY1-18" fmla="*/ 726392 h 820396"/>
                <a:gd name="connsiteX2-19" fmla="*/ 700755 w 1008403"/>
                <a:gd name="connsiteY2-20" fmla="*/ 213645 h 820396"/>
                <a:gd name="connsiteX3-21" fmla="*/ 871671 w 1008403"/>
                <a:gd name="connsiteY3-22" fmla="*/ 794759 h 820396"/>
                <a:gd name="connsiteX4-23" fmla="*/ 1008403 w 1008403"/>
                <a:gd name="connsiteY4-24" fmla="*/ 820396 h 820396"/>
                <a:gd name="connsiteX5-25" fmla="*/ 811850 w 1008403"/>
                <a:gd name="connsiteY5-26" fmla="*/ 0 h 820396"/>
                <a:gd name="connsiteX6-27" fmla="*/ 0 w 1008403"/>
                <a:gd name="connsiteY6-28" fmla="*/ 555476 h 820396"/>
                <a:gd name="connsiteX0-29" fmla="*/ 0 w 1025494"/>
                <a:gd name="connsiteY0-30" fmla="*/ 555476 h 846033"/>
                <a:gd name="connsiteX1-31" fmla="*/ 8546 w 1025494"/>
                <a:gd name="connsiteY1-32" fmla="*/ 726392 h 846033"/>
                <a:gd name="connsiteX2-33" fmla="*/ 700755 w 1025494"/>
                <a:gd name="connsiteY2-34" fmla="*/ 213645 h 846033"/>
                <a:gd name="connsiteX3-35" fmla="*/ 871671 w 1025494"/>
                <a:gd name="connsiteY3-36" fmla="*/ 794759 h 846033"/>
                <a:gd name="connsiteX4-37" fmla="*/ 1025494 w 1025494"/>
                <a:gd name="connsiteY4-38" fmla="*/ 846033 h 846033"/>
                <a:gd name="connsiteX5-39" fmla="*/ 811850 w 1025494"/>
                <a:gd name="connsiteY5-40" fmla="*/ 0 h 846033"/>
                <a:gd name="connsiteX6-41" fmla="*/ 0 w 1025494"/>
                <a:gd name="connsiteY6-42" fmla="*/ 555476 h 846033"/>
                <a:gd name="connsiteX0-43" fmla="*/ 0 w 1025494"/>
                <a:gd name="connsiteY0-44" fmla="*/ 555476 h 863125"/>
                <a:gd name="connsiteX1-45" fmla="*/ 8546 w 1025494"/>
                <a:gd name="connsiteY1-46" fmla="*/ 726392 h 863125"/>
                <a:gd name="connsiteX2-47" fmla="*/ 700755 w 1025494"/>
                <a:gd name="connsiteY2-48" fmla="*/ 213645 h 863125"/>
                <a:gd name="connsiteX3-49" fmla="*/ 871671 w 1025494"/>
                <a:gd name="connsiteY3-50" fmla="*/ 794759 h 863125"/>
                <a:gd name="connsiteX4-51" fmla="*/ 1025494 w 1025494"/>
                <a:gd name="connsiteY4-52" fmla="*/ 863125 h 863125"/>
                <a:gd name="connsiteX5-53" fmla="*/ 811850 w 1025494"/>
                <a:gd name="connsiteY5-54" fmla="*/ 0 h 863125"/>
                <a:gd name="connsiteX6-55" fmla="*/ 0 w 1025494"/>
                <a:gd name="connsiteY6-56" fmla="*/ 555476 h 8631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25494" h="863125">
                  <a:moveTo>
                    <a:pt x="0" y="555476"/>
                  </a:moveTo>
                  <a:lnTo>
                    <a:pt x="8546" y="726392"/>
                  </a:lnTo>
                  <a:lnTo>
                    <a:pt x="700755" y="213645"/>
                  </a:lnTo>
                  <a:lnTo>
                    <a:pt x="871671" y="794759"/>
                  </a:lnTo>
                  <a:lnTo>
                    <a:pt x="1025494" y="863125"/>
                  </a:lnTo>
                  <a:lnTo>
                    <a:pt x="811850" y="0"/>
                  </a:lnTo>
                  <a:lnTo>
                    <a:pt x="0" y="555476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74" name="任意多边形: 形状 39"/>
            <p:cNvSpPr/>
            <p:nvPr>
              <p:custDataLst>
                <p:tags r:id="rId9"/>
              </p:custDataLst>
            </p:nvPr>
          </p:nvSpPr>
          <p:spPr>
            <a:xfrm>
              <a:off x="-2315910" y="1495514"/>
              <a:ext cx="863125" cy="1034041"/>
            </a:xfrm>
            <a:custGeom>
              <a:avLst/>
              <a:gdLst>
                <a:gd name="connsiteX0" fmla="*/ 512747 w 863125"/>
                <a:gd name="connsiteY0" fmla="*/ 0 h 1034041"/>
                <a:gd name="connsiteX1" fmla="*/ 692209 w 863125"/>
                <a:gd name="connsiteY1" fmla="*/ 34183 h 1034041"/>
                <a:gd name="connsiteX2" fmla="*/ 863125 w 863125"/>
                <a:gd name="connsiteY2" fmla="*/ 1034041 h 1034041"/>
                <a:gd name="connsiteX3" fmla="*/ 0 w 863125"/>
                <a:gd name="connsiteY3" fmla="*/ 709301 h 1034041"/>
                <a:gd name="connsiteX4" fmla="*/ 136732 w 863125"/>
                <a:gd name="connsiteY4" fmla="*/ 606751 h 1034041"/>
                <a:gd name="connsiteX5" fmla="*/ 692209 w 863125"/>
                <a:gd name="connsiteY5" fmla="*/ 837488 h 1034041"/>
                <a:gd name="connsiteX6" fmla="*/ 512747 w 863125"/>
                <a:gd name="connsiteY6" fmla="*/ 0 h 1034041"/>
                <a:gd name="connsiteX0-1" fmla="*/ 512747 w 863125"/>
                <a:gd name="connsiteY0-2" fmla="*/ 0 h 1034041"/>
                <a:gd name="connsiteX1-3" fmla="*/ 658026 w 863125"/>
                <a:gd name="connsiteY1-4" fmla="*/ 34183 h 1034041"/>
                <a:gd name="connsiteX2-5" fmla="*/ 863125 w 863125"/>
                <a:gd name="connsiteY2-6" fmla="*/ 1034041 h 1034041"/>
                <a:gd name="connsiteX3-7" fmla="*/ 0 w 863125"/>
                <a:gd name="connsiteY3-8" fmla="*/ 709301 h 1034041"/>
                <a:gd name="connsiteX4-9" fmla="*/ 136732 w 863125"/>
                <a:gd name="connsiteY4-10" fmla="*/ 606751 h 1034041"/>
                <a:gd name="connsiteX5-11" fmla="*/ 692209 w 863125"/>
                <a:gd name="connsiteY5-12" fmla="*/ 837488 h 1034041"/>
                <a:gd name="connsiteX6-13" fmla="*/ 512747 w 863125"/>
                <a:gd name="connsiteY6-14" fmla="*/ 0 h 1034041"/>
                <a:gd name="connsiteX0-15" fmla="*/ 512747 w 863125"/>
                <a:gd name="connsiteY0-16" fmla="*/ 0 h 1034041"/>
                <a:gd name="connsiteX1-17" fmla="*/ 658026 w 863125"/>
                <a:gd name="connsiteY1-18" fmla="*/ 34183 h 1034041"/>
                <a:gd name="connsiteX2-19" fmla="*/ 863125 w 863125"/>
                <a:gd name="connsiteY2-20" fmla="*/ 1034041 h 1034041"/>
                <a:gd name="connsiteX3-21" fmla="*/ 0 w 863125"/>
                <a:gd name="connsiteY3-22" fmla="*/ 709301 h 1034041"/>
                <a:gd name="connsiteX4-23" fmla="*/ 136732 w 863125"/>
                <a:gd name="connsiteY4-24" fmla="*/ 606751 h 1034041"/>
                <a:gd name="connsiteX5-25" fmla="*/ 717846 w 863125"/>
                <a:gd name="connsiteY5-26" fmla="*/ 871671 h 1034041"/>
                <a:gd name="connsiteX6-27" fmla="*/ 512747 w 863125"/>
                <a:gd name="connsiteY6-28" fmla="*/ 0 h 1034041"/>
                <a:gd name="connsiteX0-29" fmla="*/ 512747 w 863125"/>
                <a:gd name="connsiteY0-30" fmla="*/ 0 h 1034041"/>
                <a:gd name="connsiteX1-31" fmla="*/ 658026 w 863125"/>
                <a:gd name="connsiteY1-32" fmla="*/ 34183 h 1034041"/>
                <a:gd name="connsiteX2-33" fmla="*/ 863125 w 863125"/>
                <a:gd name="connsiteY2-34" fmla="*/ 1034041 h 1034041"/>
                <a:gd name="connsiteX3-35" fmla="*/ 0 w 863125"/>
                <a:gd name="connsiteY3-36" fmla="*/ 709301 h 1034041"/>
                <a:gd name="connsiteX4-37" fmla="*/ 136732 w 863125"/>
                <a:gd name="connsiteY4-38" fmla="*/ 606751 h 1034041"/>
                <a:gd name="connsiteX5-39" fmla="*/ 726392 w 863125"/>
                <a:gd name="connsiteY5-40" fmla="*/ 871671 h 1034041"/>
                <a:gd name="connsiteX6-41" fmla="*/ 512747 w 863125"/>
                <a:gd name="connsiteY6-42" fmla="*/ 0 h 10340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63125" h="1034041">
                  <a:moveTo>
                    <a:pt x="512747" y="0"/>
                  </a:moveTo>
                  <a:lnTo>
                    <a:pt x="658026" y="34183"/>
                  </a:lnTo>
                  <a:lnTo>
                    <a:pt x="863125" y="1034041"/>
                  </a:lnTo>
                  <a:lnTo>
                    <a:pt x="0" y="709301"/>
                  </a:lnTo>
                  <a:lnTo>
                    <a:pt x="136732" y="606751"/>
                  </a:lnTo>
                  <a:lnTo>
                    <a:pt x="726392" y="871671"/>
                  </a:lnTo>
                  <a:lnTo>
                    <a:pt x="512747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76" name="任意多边形: 形状 40"/>
            <p:cNvSpPr/>
            <p:nvPr>
              <p:custDataLst>
                <p:tags r:id="rId10"/>
              </p:custDataLst>
            </p:nvPr>
          </p:nvSpPr>
          <p:spPr>
            <a:xfrm>
              <a:off x="-2606467" y="1726250"/>
              <a:ext cx="1153682" cy="931492"/>
            </a:xfrm>
            <a:custGeom>
              <a:avLst/>
              <a:gdLst>
                <a:gd name="connsiteX0" fmla="*/ 683663 w 1153682"/>
                <a:gd name="connsiteY0" fmla="*/ 0 h 931492"/>
                <a:gd name="connsiteX1" fmla="*/ 743484 w 1153682"/>
                <a:gd name="connsiteY1" fmla="*/ 170916 h 931492"/>
                <a:gd name="connsiteX2" fmla="*/ 264919 w 1153682"/>
                <a:gd name="connsiteY2" fmla="*/ 487111 h 931492"/>
                <a:gd name="connsiteX3" fmla="*/ 1153682 w 1153682"/>
                <a:gd name="connsiteY3" fmla="*/ 811851 h 931492"/>
                <a:gd name="connsiteX4" fmla="*/ 999858 w 1153682"/>
                <a:gd name="connsiteY4" fmla="*/ 931492 h 931492"/>
                <a:gd name="connsiteX5" fmla="*/ 0 w 1153682"/>
                <a:gd name="connsiteY5" fmla="*/ 495657 h 931492"/>
                <a:gd name="connsiteX6" fmla="*/ 683663 w 1153682"/>
                <a:gd name="connsiteY6" fmla="*/ 0 h 931492"/>
                <a:gd name="connsiteX0-1" fmla="*/ 683663 w 1153682"/>
                <a:gd name="connsiteY0-2" fmla="*/ 0 h 931492"/>
                <a:gd name="connsiteX1-3" fmla="*/ 743484 w 1153682"/>
                <a:gd name="connsiteY1-4" fmla="*/ 170916 h 931492"/>
                <a:gd name="connsiteX2-5" fmla="*/ 273464 w 1153682"/>
                <a:gd name="connsiteY2-6" fmla="*/ 452928 h 931492"/>
                <a:gd name="connsiteX3-7" fmla="*/ 1153682 w 1153682"/>
                <a:gd name="connsiteY3-8" fmla="*/ 811851 h 931492"/>
                <a:gd name="connsiteX4-9" fmla="*/ 999858 w 1153682"/>
                <a:gd name="connsiteY4-10" fmla="*/ 931492 h 931492"/>
                <a:gd name="connsiteX5-11" fmla="*/ 0 w 1153682"/>
                <a:gd name="connsiteY5-12" fmla="*/ 495657 h 931492"/>
                <a:gd name="connsiteX6-13" fmla="*/ 683663 w 1153682"/>
                <a:gd name="connsiteY6-14" fmla="*/ 0 h 931492"/>
                <a:gd name="connsiteX0-15" fmla="*/ 683663 w 1153682"/>
                <a:gd name="connsiteY0-16" fmla="*/ 0 h 931492"/>
                <a:gd name="connsiteX1-17" fmla="*/ 743484 w 1153682"/>
                <a:gd name="connsiteY1-18" fmla="*/ 170916 h 931492"/>
                <a:gd name="connsiteX2-19" fmla="*/ 264919 w 1153682"/>
                <a:gd name="connsiteY2-20" fmla="*/ 461474 h 931492"/>
                <a:gd name="connsiteX3-21" fmla="*/ 1153682 w 1153682"/>
                <a:gd name="connsiteY3-22" fmla="*/ 811851 h 931492"/>
                <a:gd name="connsiteX4-23" fmla="*/ 999858 w 1153682"/>
                <a:gd name="connsiteY4-24" fmla="*/ 931492 h 931492"/>
                <a:gd name="connsiteX5-25" fmla="*/ 0 w 1153682"/>
                <a:gd name="connsiteY5-26" fmla="*/ 495657 h 931492"/>
                <a:gd name="connsiteX6-27" fmla="*/ 683663 w 1153682"/>
                <a:gd name="connsiteY6-28" fmla="*/ 0 h 9314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153682" h="931492">
                  <a:moveTo>
                    <a:pt x="683663" y="0"/>
                  </a:moveTo>
                  <a:lnTo>
                    <a:pt x="743484" y="170916"/>
                  </a:lnTo>
                  <a:lnTo>
                    <a:pt x="264919" y="461474"/>
                  </a:lnTo>
                  <a:lnTo>
                    <a:pt x="1153682" y="811851"/>
                  </a:lnTo>
                  <a:lnTo>
                    <a:pt x="999858" y="931492"/>
                  </a:lnTo>
                  <a:lnTo>
                    <a:pt x="0" y="495657"/>
                  </a:lnTo>
                  <a:lnTo>
                    <a:pt x="683663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  <p:sp>
        <p:nvSpPr>
          <p:cNvPr id="77" name="椭圆 76"/>
          <p:cNvSpPr/>
          <p:nvPr userDrawn="1">
            <p:custDataLst>
              <p:tags r:id="rId11"/>
            </p:custDataLst>
          </p:nvPr>
        </p:nvSpPr>
        <p:spPr>
          <a:xfrm>
            <a:off x="1892842" y="1461227"/>
            <a:ext cx="187853" cy="1878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0" name="椭圆 79"/>
          <p:cNvSpPr/>
          <p:nvPr userDrawn="1">
            <p:custDataLst>
              <p:tags r:id="rId12"/>
            </p:custDataLst>
          </p:nvPr>
        </p:nvSpPr>
        <p:spPr>
          <a:xfrm>
            <a:off x="10091461" y="1461226"/>
            <a:ext cx="187853" cy="187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3" name="椭圆 82"/>
          <p:cNvSpPr/>
          <p:nvPr userDrawn="1">
            <p:custDataLst>
              <p:tags r:id="rId13"/>
            </p:custDataLst>
          </p:nvPr>
        </p:nvSpPr>
        <p:spPr>
          <a:xfrm>
            <a:off x="1912685" y="5180989"/>
            <a:ext cx="187853" cy="187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6" name="椭圆 85"/>
          <p:cNvSpPr/>
          <p:nvPr userDrawn="1">
            <p:custDataLst>
              <p:tags r:id="rId14"/>
            </p:custDataLst>
          </p:nvPr>
        </p:nvSpPr>
        <p:spPr>
          <a:xfrm>
            <a:off x="10091462" y="5103071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8" name="标题 87"/>
          <p:cNvSpPr>
            <a:spLocks noGrp="1"/>
          </p:cNvSpPr>
          <p:nvPr>
            <p:ph type="title" idx="16385" hasCustomPrompt="1"/>
            <p:custDataLst>
              <p:tags r:id="rId15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单击此处添加章节标题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4" name="文本占位符 93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3"/>
            </p:custDataLst>
          </p:nvPr>
        </p:nvSpPr>
        <p:spPr>
          <a:xfrm>
            <a:off x="9596156" y="229314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4"/>
            </p:custDataLst>
          </p:nvPr>
        </p:nvSpPr>
        <p:spPr>
          <a:xfrm>
            <a:off x="8971005" y="111211"/>
            <a:ext cx="3027406" cy="1952367"/>
          </a:xfrm>
          <a:custGeom>
            <a:avLst/>
            <a:gdLst>
              <a:gd name="connsiteX0" fmla="*/ 1408671 w 3027406"/>
              <a:gd name="connsiteY0" fmla="*/ 98854 h 1952367"/>
              <a:gd name="connsiteX1" fmla="*/ 1470454 w 3027406"/>
              <a:gd name="connsiteY1" fmla="*/ 259492 h 1952367"/>
              <a:gd name="connsiteX2" fmla="*/ 3027406 w 3027406"/>
              <a:gd name="connsiteY2" fmla="*/ 1692875 h 1952367"/>
              <a:gd name="connsiteX3" fmla="*/ 2817341 w 3027406"/>
              <a:gd name="connsiteY3" fmla="*/ 1841157 h 1952367"/>
              <a:gd name="connsiteX4" fmla="*/ 2014152 w 3027406"/>
              <a:gd name="connsiteY4" fmla="*/ 1952367 h 1952367"/>
              <a:gd name="connsiteX5" fmla="*/ 568411 w 3027406"/>
              <a:gd name="connsiteY5" fmla="*/ 1940011 h 1952367"/>
              <a:gd name="connsiteX6" fmla="*/ 49427 w 3027406"/>
              <a:gd name="connsiteY6" fmla="*/ 1099751 h 1952367"/>
              <a:gd name="connsiteX7" fmla="*/ 0 w 3027406"/>
              <a:gd name="connsiteY7" fmla="*/ 284205 h 1952367"/>
              <a:gd name="connsiteX8" fmla="*/ 148281 w 3027406"/>
              <a:gd name="connsiteY8" fmla="*/ 0 h 1952367"/>
              <a:gd name="connsiteX9" fmla="*/ 1408671 w 3027406"/>
              <a:gd name="connsiteY9" fmla="*/ 98854 h 195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7406" h="1952367">
                <a:moveTo>
                  <a:pt x="1408671" y="98854"/>
                </a:moveTo>
                <a:lnTo>
                  <a:pt x="1470454" y="259492"/>
                </a:lnTo>
                <a:lnTo>
                  <a:pt x="3027406" y="1692875"/>
                </a:lnTo>
                <a:lnTo>
                  <a:pt x="2817341" y="1841157"/>
                </a:lnTo>
                <a:lnTo>
                  <a:pt x="2014152" y="1952367"/>
                </a:lnTo>
                <a:lnTo>
                  <a:pt x="568411" y="1940011"/>
                </a:lnTo>
                <a:lnTo>
                  <a:pt x="49427" y="1099751"/>
                </a:lnTo>
                <a:lnTo>
                  <a:pt x="0" y="284205"/>
                </a:lnTo>
                <a:lnTo>
                  <a:pt x="148281" y="0"/>
                </a:lnTo>
                <a:lnTo>
                  <a:pt x="1408671" y="98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椭圆 21"/>
          <p:cNvSpPr/>
          <p:nvPr userDrawn="1">
            <p:custDataLst>
              <p:tags r:id="rId5"/>
            </p:custDataLst>
          </p:nvPr>
        </p:nvSpPr>
        <p:spPr>
          <a:xfrm>
            <a:off x="10942802" y="1104246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椭圆 22"/>
          <p:cNvSpPr/>
          <p:nvPr userDrawn="1">
            <p:custDataLst>
              <p:tags r:id="rId6"/>
            </p:custDataLst>
          </p:nvPr>
        </p:nvSpPr>
        <p:spPr>
          <a:xfrm>
            <a:off x="10955190" y="1097182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7"/>
            </p:custDataLst>
          </p:nvPr>
        </p:nvSpPr>
        <p:spPr>
          <a:xfrm>
            <a:off x="336936" y="3623355"/>
            <a:ext cx="2427031" cy="1528594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矩形: 圆角 24"/>
          <p:cNvSpPr/>
          <p:nvPr userDrawn="1">
            <p:custDataLst>
              <p:tags r:id="rId8"/>
            </p:custDataLst>
          </p:nvPr>
        </p:nvSpPr>
        <p:spPr>
          <a:xfrm>
            <a:off x="-1" y="-1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: 圆角 25"/>
          <p:cNvSpPr/>
          <p:nvPr userDrawn="1">
            <p:custDataLst>
              <p:tags r:id="rId9"/>
            </p:custDataLst>
          </p:nvPr>
        </p:nvSpPr>
        <p:spPr>
          <a:xfrm>
            <a:off x="7372865" y="4102443"/>
            <a:ext cx="4819135" cy="275555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0"/>
            </p:custDataLst>
          </p:nvPr>
        </p:nvSpPr>
        <p:spPr>
          <a:xfrm>
            <a:off x="0" y="5707674"/>
            <a:ext cx="1194141" cy="1150326"/>
          </a:xfrm>
          <a:custGeom>
            <a:avLst/>
            <a:gdLst>
              <a:gd name="connsiteX0" fmla="*/ 0 w 1194141"/>
              <a:gd name="connsiteY0" fmla="*/ 1050924 h 1150326"/>
              <a:gd name="connsiteX1" fmla="*/ 10634 w 1194141"/>
              <a:gd name="connsiteY1" fmla="*/ 1070516 h 1150326"/>
              <a:gd name="connsiteX2" fmla="*/ 61715 w 1194141"/>
              <a:gd name="connsiteY2" fmla="*/ 1132426 h 1150326"/>
              <a:gd name="connsiteX3" fmla="*/ 83410 w 1194141"/>
              <a:gd name="connsiteY3" fmla="*/ 1150326 h 1150326"/>
              <a:gd name="connsiteX4" fmla="*/ 0 w 1194141"/>
              <a:gd name="connsiteY4" fmla="*/ 1150326 h 1150326"/>
              <a:gd name="connsiteX5" fmla="*/ 357511 w 1194141"/>
              <a:gd name="connsiteY5" fmla="*/ 752968 h 1150326"/>
              <a:gd name="connsiteX6" fmla="*/ 273848 w 1194141"/>
              <a:gd name="connsiteY6" fmla="*/ 836631 h 1150326"/>
              <a:gd name="connsiteX7" fmla="*/ 357511 w 1194141"/>
              <a:gd name="connsiteY7" fmla="*/ 920294 h 1150326"/>
              <a:gd name="connsiteX8" fmla="*/ 441174 w 1194141"/>
              <a:gd name="connsiteY8" fmla="*/ 836631 h 1150326"/>
              <a:gd name="connsiteX9" fmla="*/ 357511 w 1194141"/>
              <a:gd name="connsiteY9" fmla="*/ 752968 h 1150326"/>
              <a:gd name="connsiteX10" fmla="*/ 357511 w 1194141"/>
              <a:gd name="connsiteY10" fmla="*/ 669305 h 1150326"/>
              <a:gd name="connsiteX11" fmla="*/ 524837 w 1194141"/>
              <a:gd name="connsiteY11" fmla="*/ 836631 h 1150326"/>
              <a:gd name="connsiteX12" fmla="*/ 357511 w 1194141"/>
              <a:gd name="connsiteY12" fmla="*/ 1003957 h 1150326"/>
              <a:gd name="connsiteX13" fmla="*/ 190185 w 1194141"/>
              <a:gd name="connsiteY13" fmla="*/ 836631 h 1150326"/>
              <a:gd name="connsiteX14" fmla="*/ 357511 w 1194141"/>
              <a:gd name="connsiteY14" fmla="*/ 669305 h 1150326"/>
              <a:gd name="connsiteX15" fmla="*/ 357511 w 1194141"/>
              <a:gd name="connsiteY15" fmla="*/ 585641 h 1150326"/>
              <a:gd name="connsiteX16" fmla="*/ 106521 w 1194141"/>
              <a:gd name="connsiteY16" fmla="*/ 836631 h 1150326"/>
              <a:gd name="connsiteX17" fmla="*/ 357511 w 1194141"/>
              <a:gd name="connsiteY17" fmla="*/ 1087620 h 1150326"/>
              <a:gd name="connsiteX18" fmla="*/ 608500 w 1194141"/>
              <a:gd name="connsiteY18" fmla="*/ 836631 h 1150326"/>
              <a:gd name="connsiteX19" fmla="*/ 357511 w 1194141"/>
              <a:gd name="connsiteY19" fmla="*/ 585641 h 1150326"/>
              <a:gd name="connsiteX20" fmla="*/ 357511 w 1194141"/>
              <a:gd name="connsiteY20" fmla="*/ 501978 h 1150326"/>
              <a:gd name="connsiteX21" fmla="*/ 692163 w 1194141"/>
              <a:gd name="connsiteY21" fmla="*/ 836631 h 1150326"/>
              <a:gd name="connsiteX22" fmla="*/ 487772 w 1194141"/>
              <a:gd name="connsiteY22" fmla="*/ 1144985 h 1150326"/>
              <a:gd name="connsiteX23" fmla="*/ 470564 w 1194141"/>
              <a:gd name="connsiteY23" fmla="*/ 1150326 h 1150326"/>
              <a:gd name="connsiteX24" fmla="*/ 244457 w 1194141"/>
              <a:gd name="connsiteY24" fmla="*/ 1150326 h 1150326"/>
              <a:gd name="connsiteX25" fmla="*/ 227249 w 1194141"/>
              <a:gd name="connsiteY25" fmla="*/ 1144985 h 1150326"/>
              <a:gd name="connsiteX26" fmla="*/ 22858 w 1194141"/>
              <a:gd name="connsiteY26" fmla="*/ 836631 h 1150326"/>
              <a:gd name="connsiteX27" fmla="*/ 357511 w 1194141"/>
              <a:gd name="connsiteY27" fmla="*/ 501978 h 1150326"/>
              <a:gd name="connsiteX28" fmla="*/ 357511 w 1194141"/>
              <a:gd name="connsiteY28" fmla="*/ 334653 h 1150326"/>
              <a:gd name="connsiteX29" fmla="*/ 859490 w 1194141"/>
              <a:gd name="connsiteY29" fmla="*/ 836631 h 1150326"/>
              <a:gd name="connsiteX30" fmla="*/ 773760 w 1194141"/>
              <a:gd name="connsiteY30" fmla="*/ 1117291 h 1150326"/>
              <a:gd name="connsiteX31" fmla="*/ 746503 w 1194141"/>
              <a:gd name="connsiteY31" fmla="*/ 1150326 h 1150326"/>
              <a:gd name="connsiteX32" fmla="*/ 631612 w 1194141"/>
              <a:gd name="connsiteY32" fmla="*/ 1150326 h 1150326"/>
              <a:gd name="connsiteX33" fmla="*/ 653307 w 1194141"/>
              <a:gd name="connsiteY33" fmla="*/ 1132426 h 1150326"/>
              <a:gd name="connsiteX34" fmla="*/ 775829 w 1194141"/>
              <a:gd name="connsiteY34" fmla="*/ 836631 h 1150326"/>
              <a:gd name="connsiteX35" fmla="*/ 357511 w 1194141"/>
              <a:gd name="connsiteY35" fmla="*/ 418312 h 1150326"/>
              <a:gd name="connsiteX36" fmla="*/ 10634 w 1194141"/>
              <a:gd name="connsiteY36" fmla="*/ 602745 h 1150326"/>
              <a:gd name="connsiteX37" fmla="*/ 0 w 1194141"/>
              <a:gd name="connsiteY37" fmla="*/ 622337 h 1150326"/>
              <a:gd name="connsiteX38" fmla="*/ 0 w 1194141"/>
              <a:gd name="connsiteY38" fmla="*/ 484779 h 1150326"/>
              <a:gd name="connsiteX39" fmla="*/ 2559 w 1194141"/>
              <a:gd name="connsiteY39" fmla="*/ 481679 h 1150326"/>
              <a:gd name="connsiteX40" fmla="*/ 357511 w 1194141"/>
              <a:gd name="connsiteY40" fmla="*/ 334653 h 1150326"/>
              <a:gd name="connsiteX41" fmla="*/ 357511 w 1194141"/>
              <a:gd name="connsiteY41" fmla="*/ 167326 h 1150326"/>
              <a:gd name="connsiteX42" fmla="*/ 1026815 w 1194141"/>
              <a:gd name="connsiteY42" fmla="*/ 836631 h 1150326"/>
              <a:gd name="connsiteX43" fmla="*/ 974218 w 1194141"/>
              <a:gd name="connsiteY43" fmla="*/ 1097154 h 1150326"/>
              <a:gd name="connsiteX44" fmla="*/ 945357 w 1194141"/>
              <a:gd name="connsiteY44" fmla="*/ 1150326 h 1150326"/>
              <a:gd name="connsiteX45" fmla="*/ 850592 w 1194141"/>
              <a:gd name="connsiteY45" fmla="*/ 1150326 h 1150326"/>
              <a:gd name="connsiteX46" fmla="*/ 897129 w 1194141"/>
              <a:gd name="connsiteY46" fmla="*/ 1064589 h 1150326"/>
              <a:gd name="connsiteX47" fmla="*/ 943152 w 1194141"/>
              <a:gd name="connsiteY47" fmla="*/ 836631 h 1150326"/>
              <a:gd name="connsiteX48" fmla="*/ 357511 w 1194141"/>
              <a:gd name="connsiteY48" fmla="*/ 250990 h 1150326"/>
              <a:gd name="connsiteX49" fmla="*/ 30073 w 1194141"/>
              <a:gd name="connsiteY49" fmla="*/ 351008 h 1150326"/>
              <a:gd name="connsiteX50" fmla="*/ 0 w 1194141"/>
              <a:gd name="connsiteY50" fmla="*/ 375821 h 1150326"/>
              <a:gd name="connsiteX51" fmla="*/ 0 w 1194141"/>
              <a:gd name="connsiteY51" fmla="*/ 272566 h 1150326"/>
              <a:gd name="connsiteX52" fmla="*/ 96987 w 1194141"/>
              <a:gd name="connsiteY52" fmla="*/ 219924 h 1150326"/>
              <a:gd name="connsiteX53" fmla="*/ 357511 w 1194141"/>
              <a:gd name="connsiteY53" fmla="*/ 167326 h 1150326"/>
              <a:gd name="connsiteX54" fmla="*/ 357511 w 1194141"/>
              <a:gd name="connsiteY54" fmla="*/ 0 h 1150326"/>
              <a:gd name="connsiteX55" fmla="*/ 1194141 w 1194141"/>
              <a:gd name="connsiteY55" fmla="*/ 836631 h 1150326"/>
              <a:gd name="connsiteX56" fmla="*/ 1177144 w 1194141"/>
              <a:gd name="connsiteY56" fmla="*/ 1005241 h 1150326"/>
              <a:gd name="connsiteX57" fmla="*/ 1132107 w 1194141"/>
              <a:gd name="connsiteY57" fmla="*/ 1150326 h 1150326"/>
              <a:gd name="connsiteX58" fmla="*/ 1040121 w 1194141"/>
              <a:gd name="connsiteY58" fmla="*/ 1150326 h 1150326"/>
              <a:gd name="connsiteX59" fmla="*/ 1051306 w 1194141"/>
              <a:gd name="connsiteY59" fmla="*/ 1129720 h 1150326"/>
              <a:gd name="connsiteX60" fmla="*/ 1110478 w 1194141"/>
              <a:gd name="connsiteY60" fmla="*/ 836631 h 1150326"/>
              <a:gd name="connsiteX61" fmla="*/ 357511 w 1194141"/>
              <a:gd name="connsiteY61" fmla="*/ 83663 h 1150326"/>
              <a:gd name="connsiteX62" fmla="*/ 64422 w 1194141"/>
              <a:gd name="connsiteY62" fmla="*/ 142835 h 1150326"/>
              <a:gd name="connsiteX63" fmla="*/ 0 w 1194141"/>
              <a:gd name="connsiteY63" fmla="*/ 177802 h 1150326"/>
              <a:gd name="connsiteX64" fmla="*/ 0 w 1194141"/>
              <a:gd name="connsiteY64" fmla="*/ 83038 h 1150326"/>
              <a:gd name="connsiteX65" fmla="*/ 31856 w 1194141"/>
              <a:gd name="connsiteY65" fmla="*/ 65747 h 1150326"/>
              <a:gd name="connsiteX66" fmla="*/ 357511 w 1194141"/>
              <a:gd name="connsiteY66" fmla="*/ 0 h 115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94141" h="1150326">
                <a:moveTo>
                  <a:pt x="0" y="1050924"/>
                </a:moveTo>
                <a:lnTo>
                  <a:pt x="10634" y="1070516"/>
                </a:lnTo>
                <a:cubicBezTo>
                  <a:pt x="25669" y="1092771"/>
                  <a:pt x="42790" y="1113501"/>
                  <a:pt x="61715" y="1132426"/>
                </a:cubicBezTo>
                <a:lnTo>
                  <a:pt x="83410" y="1150326"/>
                </a:lnTo>
                <a:lnTo>
                  <a:pt x="0" y="1150326"/>
                </a:lnTo>
                <a:close/>
                <a:moveTo>
                  <a:pt x="357511" y="752968"/>
                </a:moveTo>
                <a:cubicBezTo>
                  <a:pt x="311305" y="752968"/>
                  <a:pt x="273848" y="790425"/>
                  <a:pt x="273848" y="836631"/>
                </a:cubicBezTo>
                <a:cubicBezTo>
                  <a:pt x="273848" y="882837"/>
                  <a:pt x="311305" y="920294"/>
                  <a:pt x="357511" y="920294"/>
                </a:cubicBezTo>
                <a:cubicBezTo>
                  <a:pt x="403717" y="920294"/>
                  <a:pt x="441174" y="882837"/>
                  <a:pt x="441174" y="836631"/>
                </a:cubicBezTo>
                <a:cubicBezTo>
                  <a:pt x="441174" y="790425"/>
                  <a:pt x="403717" y="752968"/>
                  <a:pt x="357511" y="752968"/>
                </a:cubicBezTo>
                <a:close/>
                <a:moveTo>
                  <a:pt x="357511" y="669305"/>
                </a:moveTo>
                <a:cubicBezTo>
                  <a:pt x="449923" y="669305"/>
                  <a:pt x="524837" y="744219"/>
                  <a:pt x="524837" y="836631"/>
                </a:cubicBezTo>
                <a:cubicBezTo>
                  <a:pt x="524837" y="929042"/>
                  <a:pt x="449923" y="1003957"/>
                  <a:pt x="357511" y="1003957"/>
                </a:cubicBezTo>
                <a:cubicBezTo>
                  <a:pt x="265100" y="1003957"/>
                  <a:pt x="190185" y="929042"/>
                  <a:pt x="190185" y="836631"/>
                </a:cubicBezTo>
                <a:cubicBezTo>
                  <a:pt x="190185" y="744219"/>
                  <a:pt x="265100" y="669305"/>
                  <a:pt x="357511" y="669305"/>
                </a:cubicBezTo>
                <a:close/>
                <a:moveTo>
                  <a:pt x="357511" y="585641"/>
                </a:moveTo>
                <a:cubicBezTo>
                  <a:pt x="218893" y="585641"/>
                  <a:pt x="106521" y="698013"/>
                  <a:pt x="106521" y="836631"/>
                </a:cubicBezTo>
                <a:cubicBezTo>
                  <a:pt x="106521" y="975248"/>
                  <a:pt x="218893" y="1087620"/>
                  <a:pt x="357511" y="1087620"/>
                </a:cubicBezTo>
                <a:cubicBezTo>
                  <a:pt x="496128" y="1087620"/>
                  <a:pt x="608500" y="975248"/>
                  <a:pt x="608500" y="836631"/>
                </a:cubicBezTo>
                <a:cubicBezTo>
                  <a:pt x="608500" y="698013"/>
                  <a:pt x="496128" y="585641"/>
                  <a:pt x="357511" y="585641"/>
                </a:cubicBezTo>
                <a:close/>
                <a:moveTo>
                  <a:pt x="357511" y="501978"/>
                </a:moveTo>
                <a:cubicBezTo>
                  <a:pt x="542334" y="501978"/>
                  <a:pt x="692163" y="651808"/>
                  <a:pt x="692163" y="836631"/>
                </a:cubicBezTo>
                <a:cubicBezTo>
                  <a:pt x="692163" y="975248"/>
                  <a:pt x="607884" y="1094181"/>
                  <a:pt x="487772" y="1144985"/>
                </a:cubicBezTo>
                <a:lnTo>
                  <a:pt x="470564" y="1150326"/>
                </a:lnTo>
                <a:lnTo>
                  <a:pt x="244457" y="1150326"/>
                </a:lnTo>
                <a:lnTo>
                  <a:pt x="227249" y="1144985"/>
                </a:lnTo>
                <a:cubicBezTo>
                  <a:pt x="107137" y="1094181"/>
                  <a:pt x="22858" y="975248"/>
                  <a:pt x="22858" y="836631"/>
                </a:cubicBezTo>
                <a:cubicBezTo>
                  <a:pt x="22858" y="651808"/>
                  <a:pt x="172688" y="501978"/>
                  <a:pt x="357511" y="501978"/>
                </a:cubicBezTo>
                <a:close/>
                <a:moveTo>
                  <a:pt x="357511" y="334653"/>
                </a:moveTo>
                <a:cubicBezTo>
                  <a:pt x="634746" y="334653"/>
                  <a:pt x="859490" y="559396"/>
                  <a:pt x="859490" y="836631"/>
                </a:cubicBezTo>
                <a:cubicBezTo>
                  <a:pt x="859490" y="940594"/>
                  <a:pt x="827885" y="1037175"/>
                  <a:pt x="773760" y="1117291"/>
                </a:cubicBezTo>
                <a:lnTo>
                  <a:pt x="746503" y="1150326"/>
                </a:lnTo>
                <a:lnTo>
                  <a:pt x="631612" y="1150326"/>
                </a:lnTo>
                <a:lnTo>
                  <a:pt x="653307" y="1132426"/>
                </a:lnTo>
                <a:cubicBezTo>
                  <a:pt x="729007" y="1056726"/>
                  <a:pt x="775829" y="952146"/>
                  <a:pt x="775829" y="836631"/>
                </a:cubicBezTo>
                <a:cubicBezTo>
                  <a:pt x="775829" y="605600"/>
                  <a:pt x="588542" y="418312"/>
                  <a:pt x="357511" y="418312"/>
                </a:cubicBezTo>
                <a:cubicBezTo>
                  <a:pt x="213116" y="418312"/>
                  <a:pt x="85809" y="491471"/>
                  <a:pt x="10634" y="602745"/>
                </a:cubicBezTo>
                <a:lnTo>
                  <a:pt x="0" y="622337"/>
                </a:lnTo>
                <a:lnTo>
                  <a:pt x="0" y="484779"/>
                </a:lnTo>
                <a:lnTo>
                  <a:pt x="2559" y="481679"/>
                </a:lnTo>
                <a:cubicBezTo>
                  <a:pt x="93399" y="390838"/>
                  <a:pt x="218894" y="334653"/>
                  <a:pt x="357511" y="334653"/>
                </a:cubicBezTo>
                <a:close/>
                <a:moveTo>
                  <a:pt x="357511" y="167326"/>
                </a:moveTo>
                <a:cubicBezTo>
                  <a:pt x="727157" y="167326"/>
                  <a:pt x="1026815" y="466984"/>
                  <a:pt x="1026815" y="836631"/>
                </a:cubicBezTo>
                <a:cubicBezTo>
                  <a:pt x="1026815" y="929042"/>
                  <a:pt x="1008086" y="1017080"/>
                  <a:pt x="974218" y="1097154"/>
                </a:cubicBezTo>
                <a:lnTo>
                  <a:pt x="945357" y="1150326"/>
                </a:lnTo>
                <a:lnTo>
                  <a:pt x="850592" y="1150326"/>
                </a:lnTo>
                <a:lnTo>
                  <a:pt x="897129" y="1064589"/>
                </a:lnTo>
                <a:cubicBezTo>
                  <a:pt x="926764" y="994524"/>
                  <a:pt x="943152" y="917491"/>
                  <a:pt x="943152" y="836631"/>
                </a:cubicBezTo>
                <a:cubicBezTo>
                  <a:pt x="943152" y="513190"/>
                  <a:pt x="680951" y="250990"/>
                  <a:pt x="357511" y="250990"/>
                </a:cubicBezTo>
                <a:cubicBezTo>
                  <a:pt x="236220" y="250990"/>
                  <a:pt x="123542" y="287862"/>
                  <a:pt x="30073" y="351008"/>
                </a:cubicBezTo>
                <a:lnTo>
                  <a:pt x="0" y="375821"/>
                </a:lnTo>
                <a:lnTo>
                  <a:pt x="0" y="272566"/>
                </a:lnTo>
                <a:lnTo>
                  <a:pt x="96987" y="219924"/>
                </a:lnTo>
                <a:cubicBezTo>
                  <a:pt x="177062" y="186055"/>
                  <a:pt x="265099" y="167326"/>
                  <a:pt x="357511" y="167326"/>
                </a:cubicBezTo>
                <a:close/>
                <a:moveTo>
                  <a:pt x="357511" y="0"/>
                </a:moveTo>
                <a:cubicBezTo>
                  <a:pt x="819569" y="0"/>
                  <a:pt x="1194141" y="374572"/>
                  <a:pt x="1194141" y="836631"/>
                </a:cubicBezTo>
                <a:cubicBezTo>
                  <a:pt x="1194141" y="894388"/>
                  <a:pt x="1188289" y="950778"/>
                  <a:pt x="1177144" y="1005241"/>
                </a:cubicBezTo>
                <a:lnTo>
                  <a:pt x="1132107" y="1150326"/>
                </a:lnTo>
                <a:lnTo>
                  <a:pt x="1040121" y="1150326"/>
                </a:lnTo>
                <a:lnTo>
                  <a:pt x="1051306" y="1129720"/>
                </a:lnTo>
                <a:cubicBezTo>
                  <a:pt x="1089408" y="1039636"/>
                  <a:pt x="1110478" y="940594"/>
                  <a:pt x="1110478" y="836631"/>
                </a:cubicBezTo>
                <a:cubicBezTo>
                  <a:pt x="1110478" y="420778"/>
                  <a:pt x="773363" y="83663"/>
                  <a:pt x="357511" y="83663"/>
                </a:cubicBezTo>
                <a:cubicBezTo>
                  <a:pt x="253547" y="83663"/>
                  <a:pt x="154505" y="104733"/>
                  <a:pt x="64422" y="142835"/>
                </a:cubicBezTo>
                <a:lnTo>
                  <a:pt x="0" y="177802"/>
                </a:lnTo>
                <a:lnTo>
                  <a:pt x="0" y="83038"/>
                </a:lnTo>
                <a:lnTo>
                  <a:pt x="31856" y="65747"/>
                </a:lnTo>
                <a:cubicBezTo>
                  <a:pt x="131949" y="23411"/>
                  <a:pt x="241996" y="0"/>
                  <a:pt x="35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: 圆角 27"/>
          <p:cNvSpPr/>
          <p:nvPr userDrawn="1">
            <p:custDataLst>
              <p:tags r:id="rId11"/>
            </p:custDataLst>
          </p:nvPr>
        </p:nvSpPr>
        <p:spPr>
          <a:xfrm>
            <a:off x="853259" y="925548"/>
            <a:ext cx="10485478" cy="5035688"/>
          </a:xfrm>
          <a:prstGeom prst="roundRect">
            <a:avLst>
              <a:gd name="adj" fmla="val 3274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椭圆 29"/>
          <p:cNvSpPr/>
          <p:nvPr userDrawn="1">
            <p:custDataLst>
              <p:tags r:id="rId12"/>
            </p:custDataLst>
          </p:nvPr>
        </p:nvSpPr>
        <p:spPr>
          <a:xfrm>
            <a:off x="1006289" y="1104246"/>
            <a:ext cx="187853" cy="18785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1" name="椭圆 30"/>
          <p:cNvSpPr/>
          <p:nvPr userDrawn="1">
            <p:custDataLst>
              <p:tags r:id="rId13"/>
            </p:custDataLst>
          </p:nvPr>
        </p:nvSpPr>
        <p:spPr>
          <a:xfrm>
            <a:off x="10920527" y="5577390"/>
            <a:ext cx="187853" cy="1878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椭圆 31"/>
          <p:cNvSpPr/>
          <p:nvPr userDrawn="1">
            <p:custDataLst>
              <p:tags r:id="rId14"/>
            </p:custDataLst>
          </p:nvPr>
        </p:nvSpPr>
        <p:spPr>
          <a:xfrm>
            <a:off x="1042194" y="5577390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15"/>
            </p:custDataLst>
          </p:nvPr>
        </p:nvSpPr>
        <p:spPr>
          <a:xfrm>
            <a:off x="10685780" y="2987040"/>
            <a:ext cx="984885" cy="829310"/>
          </a:xfrm>
          <a:custGeom>
            <a:avLst/>
            <a:gdLst>
              <a:gd name="connsiteX0" fmla="*/ 0 w 999858"/>
              <a:gd name="connsiteY0" fmla="*/ 555476 h 820396"/>
              <a:gd name="connsiteX1" fmla="*/ 25638 w 999858"/>
              <a:gd name="connsiteY1" fmla="*/ 726392 h 820396"/>
              <a:gd name="connsiteX2" fmla="*/ 717847 w 999858"/>
              <a:gd name="connsiteY2" fmla="*/ 213645 h 820396"/>
              <a:gd name="connsiteX3" fmla="*/ 888763 w 999858"/>
              <a:gd name="connsiteY3" fmla="*/ 794759 h 820396"/>
              <a:gd name="connsiteX4" fmla="*/ 999858 w 999858"/>
              <a:gd name="connsiteY4" fmla="*/ 820396 h 820396"/>
              <a:gd name="connsiteX5" fmla="*/ 828942 w 999858"/>
              <a:gd name="connsiteY5" fmla="*/ 0 h 820396"/>
              <a:gd name="connsiteX6" fmla="*/ 0 w 999858"/>
              <a:gd name="connsiteY6" fmla="*/ 555476 h 820396"/>
              <a:gd name="connsiteX0-1" fmla="*/ 0 w 982766"/>
              <a:gd name="connsiteY0-2" fmla="*/ 555476 h 820396"/>
              <a:gd name="connsiteX1-3" fmla="*/ 8546 w 982766"/>
              <a:gd name="connsiteY1-4" fmla="*/ 726392 h 820396"/>
              <a:gd name="connsiteX2-5" fmla="*/ 700755 w 982766"/>
              <a:gd name="connsiteY2-6" fmla="*/ 213645 h 820396"/>
              <a:gd name="connsiteX3-7" fmla="*/ 871671 w 982766"/>
              <a:gd name="connsiteY3-8" fmla="*/ 794759 h 820396"/>
              <a:gd name="connsiteX4-9" fmla="*/ 982766 w 982766"/>
              <a:gd name="connsiteY4-10" fmla="*/ 820396 h 820396"/>
              <a:gd name="connsiteX5-11" fmla="*/ 811850 w 982766"/>
              <a:gd name="connsiteY5-12" fmla="*/ 0 h 820396"/>
              <a:gd name="connsiteX6-13" fmla="*/ 0 w 982766"/>
              <a:gd name="connsiteY6-14" fmla="*/ 555476 h 820396"/>
              <a:gd name="connsiteX0-15" fmla="*/ 0 w 1008403"/>
              <a:gd name="connsiteY0-16" fmla="*/ 555476 h 820396"/>
              <a:gd name="connsiteX1-17" fmla="*/ 8546 w 1008403"/>
              <a:gd name="connsiteY1-18" fmla="*/ 726392 h 820396"/>
              <a:gd name="connsiteX2-19" fmla="*/ 700755 w 1008403"/>
              <a:gd name="connsiteY2-20" fmla="*/ 213645 h 820396"/>
              <a:gd name="connsiteX3-21" fmla="*/ 871671 w 1008403"/>
              <a:gd name="connsiteY3-22" fmla="*/ 794759 h 820396"/>
              <a:gd name="connsiteX4-23" fmla="*/ 1008403 w 1008403"/>
              <a:gd name="connsiteY4-24" fmla="*/ 820396 h 820396"/>
              <a:gd name="connsiteX5-25" fmla="*/ 811850 w 1008403"/>
              <a:gd name="connsiteY5-26" fmla="*/ 0 h 820396"/>
              <a:gd name="connsiteX6-27" fmla="*/ 0 w 1008403"/>
              <a:gd name="connsiteY6-28" fmla="*/ 555476 h 820396"/>
              <a:gd name="connsiteX0-29" fmla="*/ 0 w 1025494"/>
              <a:gd name="connsiteY0-30" fmla="*/ 555476 h 846033"/>
              <a:gd name="connsiteX1-31" fmla="*/ 8546 w 1025494"/>
              <a:gd name="connsiteY1-32" fmla="*/ 726392 h 846033"/>
              <a:gd name="connsiteX2-33" fmla="*/ 700755 w 1025494"/>
              <a:gd name="connsiteY2-34" fmla="*/ 213645 h 846033"/>
              <a:gd name="connsiteX3-35" fmla="*/ 871671 w 1025494"/>
              <a:gd name="connsiteY3-36" fmla="*/ 794759 h 846033"/>
              <a:gd name="connsiteX4-37" fmla="*/ 1025494 w 1025494"/>
              <a:gd name="connsiteY4-38" fmla="*/ 846033 h 846033"/>
              <a:gd name="connsiteX5-39" fmla="*/ 811850 w 1025494"/>
              <a:gd name="connsiteY5-40" fmla="*/ 0 h 846033"/>
              <a:gd name="connsiteX6-41" fmla="*/ 0 w 1025494"/>
              <a:gd name="connsiteY6-42" fmla="*/ 555476 h 846033"/>
              <a:gd name="connsiteX0-43" fmla="*/ 0 w 1025494"/>
              <a:gd name="connsiteY0-44" fmla="*/ 555476 h 863125"/>
              <a:gd name="connsiteX1-45" fmla="*/ 8546 w 1025494"/>
              <a:gd name="connsiteY1-46" fmla="*/ 726392 h 863125"/>
              <a:gd name="connsiteX2-47" fmla="*/ 700755 w 1025494"/>
              <a:gd name="connsiteY2-48" fmla="*/ 213645 h 863125"/>
              <a:gd name="connsiteX3-49" fmla="*/ 871671 w 1025494"/>
              <a:gd name="connsiteY3-50" fmla="*/ 794759 h 863125"/>
              <a:gd name="connsiteX4-51" fmla="*/ 1025494 w 1025494"/>
              <a:gd name="connsiteY4-52" fmla="*/ 863125 h 863125"/>
              <a:gd name="connsiteX5-53" fmla="*/ 811850 w 1025494"/>
              <a:gd name="connsiteY5-54" fmla="*/ 0 h 863125"/>
              <a:gd name="connsiteX6-55" fmla="*/ 0 w 1025494"/>
              <a:gd name="connsiteY6-56" fmla="*/ 555476 h 863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25494" h="863125">
                <a:moveTo>
                  <a:pt x="0" y="555476"/>
                </a:moveTo>
                <a:lnTo>
                  <a:pt x="8546" y="726392"/>
                </a:lnTo>
                <a:lnTo>
                  <a:pt x="700755" y="213645"/>
                </a:lnTo>
                <a:lnTo>
                  <a:pt x="871671" y="794759"/>
                </a:lnTo>
                <a:lnTo>
                  <a:pt x="1025494" y="863125"/>
                </a:lnTo>
                <a:lnTo>
                  <a:pt x="811850" y="0"/>
                </a:lnTo>
                <a:lnTo>
                  <a:pt x="0" y="555476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16"/>
            </p:custDataLst>
          </p:nvPr>
        </p:nvSpPr>
        <p:spPr>
          <a:xfrm>
            <a:off x="10973435" y="2978785"/>
            <a:ext cx="829310" cy="993140"/>
          </a:xfrm>
          <a:custGeom>
            <a:avLst/>
            <a:gdLst>
              <a:gd name="connsiteX0" fmla="*/ 512747 w 863125"/>
              <a:gd name="connsiteY0" fmla="*/ 0 h 1034041"/>
              <a:gd name="connsiteX1" fmla="*/ 692209 w 863125"/>
              <a:gd name="connsiteY1" fmla="*/ 34183 h 1034041"/>
              <a:gd name="connsiteX2" fmla="*/ 863125 w 863125"/>
              <a:gd name="connsiteY2" fmla="*/ 1034041 h 1034041"/>
              <a:gd name="connsiteX3" fmla="*/ 0 w 863125"/>
              <a:gd name="connsiteY3" fmla="*/ 709301 h 1034041"/>
              <a:gd name="connsiteX4" fmla="*/ 136732 w 863125"/>
              <a:gd name="connsiteY4" fmla="*/ 606751 h 1034041"/>
              <a:gd name="connsiteX5" fmla="*/ 692209 w 863125"/>
              <a:gd name="connsiteY5" fmla="*/ 837488 h 1034041"/>
              <a:gd name="connsiteX6" fmla="*/ 512747 w 863125"/>
              <a:gd name="connsiteY6" fmla="*/ 0 h 1034041"/>
              <a:gd name="connsiteX0-1" fmla="*/ 512747 w 863125"/>
              <a:gd name="connsiteY0-2" fmla="*/ 0 h 1034041"/>
              <a:gd name="connsiteX1-3" fmla="*/ 658026 w 863125"/>
              <a:gd name="connsiteY1-4" fmla="*/ 34183 h 1034041"/>
              <a:gd name="connsiteX2-5" fmla="*/ 863125 w 863125"/>
              <a:gd name="connsiteY2-6" fmla="*/ 1034041 h 1034041"/>
              <a:gd name="connsiteX3-7" fmla="*/ 0 w 863125"/>
              <a:gd name="connsiteY3-8" fmla="*/ 709301 h 1034041"/>
              <a:gd name="connsiteX4-9" fmla="*/ 136732 w 863125"/>
              <a:gd name="connsiteY4-10" fmla="*/ 606751 h 1034041"/>
              <a:gd name="connsiteX5-11" fmla="*/ 692209 w 863125"/>
              <a:gd name="connsiteY5-12" fmla="*/ 837488 h 1034041"/>
              <a:gd name="connsiteX6-13" fmla="*/ 512747 w 863125"/>
              <a:gd name="connsiteY6-14" fmla="*/ 0 h 1034041"/>
              <a:gd name="connsiteX0-15" fmla="*/ 512747 w 863125"/>
              <a:gd name="connsiteY0-16" fmla="*/ 0 h 1034041"/>
              <a:gd name="connsiteX1-17" fmla="*/ 658026 w 863125"/>
              <a:gd name="connsiteY1-18" fmla="*/ 34183 h 1034041"/>
              <a:gd name="connsiteX2-19" fmla="*/ 863125 w 863125"/>
              <a:gd name="connsiteY2-20" fmla="*/ 1034041 h 1034041"/>
              <a:gd name="connsiteX3-21" fmla="*/ 0 w 863125"/>
              <a:gd name="connsiteY3-22" fmla="*/ 709301 h 1034041"/>
              <a:gd name="connsiteX4-23" fmla="*/ 136732 w 863125"/>
              <a:gd name="connsiteY4-24" fmla="*/ 606751 h 1034041"/>
              <a:gd name="connsiteX5-25" fmla="*/ 717846 w 863125"/>
              <a:gd name="connsiteY5-26" fmla="*/ 871671 h 1034041"/>
              <a:gd name="connsiteX6-27" fmla="*/ 512747 w 863125"/>
              <a:gd name="connsiteY6-28" fmla="*/ 0 h 1034041"/>
              <a:gd name="connsiteX0-29" fmla="*/ 512747 w 863125"/>
              <a:gd name="connsiteY0-30" fmla="*/ 0 h 1034041"/>
              <a:gd name="connsiteX1-31" fmla="*/ 658026 w 863125"/>
              <a:gd name="connsiteY1-32" fmla="*/ 34183 h 1034041"/>
              <a:gd name="connsiteX2-33" fmla="*/ 863125 w 863125"/>
              <a:gd name="connsiteY2-34" fmla="*/ 1034041 h 1034041"/>
              <a:gd name="connsiteX3-35" fmla="*/ 0 w 863125"/>
              <a:gd name="connsiteY3-36" fmla="*/ 709301 h 1034041"/>
              <a:gd name="connsiteX4-37" fmla="*/ 136732 w 863125"/>
              <a:gd name="connsiteY4-38" fmla="*/ 606751 h 1034041"/>
              <a:gd name="connsiteX5-39" fmla="*/ 726392 w 863125"/>
              <a:gd name="connsiteY5-40" fmla="*/ 871671 h 1034041"/>
              <a:gd name="connsiteX6-41" fmla="*/ 512747 w 863125"/>
              <a:gd name="connsiteY6-42" fmla="*/ 0 h 10340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63125" h="1034041">
                <a:moveTo>
                  <a:pt x="512747" y="0"/>
                </a:moveTo>
                <a:lnTo>
                  <a:pt x="658026" y="34183"/>
                </a:lnTo>
                <a:lnTo>
                  <a:pt x="863125" y="1034041"/>
                </a:lnTo>
                <a:lnTo>
                  <a:pt x="0" y="709301"/>
                </a:lnTo>
                <a:lnTo>
                  <a:pt x="136732" y="606751"/>
                </a:lnTo>
                <a:lnTo>
                  <a:pt x="726392" y="871671"/>
                </a:lnTo>
                <a:lnTo>
                  <a:pt x="512747" y="0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17"/>
            </p:custDataLst>
          </p:nvPr>
        </p:nvSpPr>
        <p:spPr>
          <a:xfrm>
            <a:off x="10694035" y="3200400"/>
            <a:ext cx="1108075" cy="894715"/>
          </a:xfrm>
          <a:custGeom>
            <a:avLst/>
            <a:gdLst>
              <a:gd name="connsiteX0" fmla="*/ 683663 w 1153682"/>
              <a:gd name="connsiteY0" fmla="*/ 0 h 931492"/>
              <a:gd name="connsiteX1" fmla="*/ 743484 w 1153682"/>
              <a:gd name="connsiteY1" fmla="*/ 170916 h 931492"/>
              <a:gd name="connsiteX2" fmla="*/ 264919 w 1153682"/>
              <a:gd name="connsiteY2" fmla="*/ 487111 h 931492"/>
              <a:gd name="connsiteX3" fmla="*/ 1153682 w 1153682"/>
              <a:gd name="connsiteY3" fmla="*/ 811851 h 931492"/>
              <a:gd name="connsiteX4" fmla="*/ 999858 w 1153682"/>
              <a:gd name="connsiteY4" fmla="*/ 931492 h 931492"/>
              <a:gd name="connsiteX5" fmla="*/ 0 w 1153682"/>
              <a:gd name="connsiteY5" fmla="*/ 495657 h 931492"/>
              <a:gd name="connsiteX6" fmla="*/ 683663 w 1153682"/>
              <a:gd name="connsiteY6" fmla="*/ 0 h 931492"/>
              <a:gd name="connsiteX0-1" fmla="*/ 683663 w 1153682"/>
              <a:gd name="connsiteY0-2" fmla="*/ 0 h 931492"/>
              <a:gd name="connsiteX1-3" fmla="*/ 743484 w 1153682"/>
              <a:gd name="connsiteY1-4" fmla="*/ 170916 h 931492"/>
              <a:gd name="connsiteX2-5" fmla="*/ 273464 w 1153682"/>
              <a:gd name="connsiteY2-6" fmla="*/ 452928 h 931492"/>
              <a:gd name="connsiteX3-7" fmla="*/ 1153682 w 1153682"/>
              <a:gd name="connsiteY3-8" fmla="*/ 811851 h 931492"/>
              <a:gd name="connsiteX4-9" fmla="*/ 999858 w 1153682"/>
              <a:gd name="connsiteY4-10" fmla="*/ 931492 h 931492"/>
              <a:gd name="connsiteX5-11" fmla="*/ 0 w 1153682"/>
              <a:gd name="connsiteY5-12" fmla="*/ 495657 h 931492"/>
              <a:gd name="connsiteX6-13" fmla="*/ 683663 w 1153682"/>
              <a:gd name="connsiteY6-14" fmla="*/ 0 h 931492"/>
              <a:gd name="connsiteX0-15" fmla="*/ 683663 w 1153682"/>
              <a:gd name="connsiteY0-16" fmla="*/ 0 h 931492"/>
              <a:gd name="connsiteX1-17" fmla="*/ 743484 w 1153682"/>
              <a:gd name="connsiteY1-18" fmla="*/ 170916 h 931492"/>
              <a:gd name="connsiteX2-19" fmla="*/ 264919 w 1153682"/>
              <a:gd name="connsiteY2-20" fmla="*/ 461474 h 931492"/>
              <a:gd name="connsiteX3-21" fmla="*/ 1153682 w 1153682"/>
              <a:gd name="connsiteY3-22" fmla="*/ 811851 h 931492"/>
              <a:gd name="connsiteX4-23" fmla="*/ 999858 w 1153682"/>
              <a:gd name="connsiteY4-24" fmla="*/ 931492 h 931492"/>
              <a:gd name="connsiteX5-25" fmla="*/ 0 w 1153682"/>
              <a:gd name="connsiteY5-26" fmla="*/ 495657 h 931492"/>
              <a:gd name="connsiteX6-27" fmla="*/ 683663 w 1153682"/>
              <a:gd name="connsiteY6-28" fmla="*/ 0 h 931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53682" h="931492">
                <a:moveTo>
                  <a:pt x="683663" y="0"/>
                </a:moveTo>
                <a:lnTo>
                  <a:pt x="743484" y="170916"/>
                </a:lnTo>
                <a:lnTo>
                  <a:pt x="264919" y="461474"/>
                </a:lnTo>
                <a:lnTo>
                  <a:pt x="1153682" y="811851"/>
                </a:lnTo>
                <a:lnTo>
                  <a:pt x="999858" y="931492"/>
                </a:lnTo>
                <a:lnTo>
                  <a:pt x="0" y="495657"/>
                </a:lnTo>
                <a:lnTo>
                  <a:pt x="683663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5" name="椭圆 44"/>
          <p:cNvSpPr/>
          <p:nvPr userDrawn="1">
            <p:custDataLst>
              <p:tags r:id="rId18"/>
            </p:custDataLst>
          </p:nvPr>
        </p:nvSpPr>
        <p:spPr>
          <a:xfrm>
            <a:off x="10943656" y="1092855"/>
            <a:ext cx="187853" cy="1878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9"/>
            </p:custDataLst>
          </p:nvPr>
        </p:nvSpPr>
        <p:spPr>
          <a:xfrm>
            <a:off x="258445" y="2168525"/>
            <a:ext cx="920750" cy="774700"/>
          </a:xfrm>
          <a:custGeom>
            <a:avLst/>
            <a:gdLst>
              <a:gd name="connsiteX0" fmla="*/ 0 w 999858"/>
              <a:gd name="connsiteY0" fmla="*/ 555476 h 820396"/>
              <a:gd name="connsiteX1" fmla="*/ 25638 w 999858"/>
              <a:gd name="connsiteY1" fmla="*/ 726392 h 820396"/>
              <a:gd name="connsiteX2" fmla="*/ 717847 w 999858"/>
              <a:gd name="connsiteY2" fmla="*/ 213645 h 820396"/>
              <a:gd name="connsiteX3" fmla="*/ 888763 w 999858"/>
              <a:gd name="connsiteY3" fmla="*/ 794759 h 820396"/>
              <a:gd name="connsiteX4" fmla="*/ 999858 w 999858"/>
              <a:gd name="connsiteY4" fmla="*/ 820396 h 820396"/>
              <a:gd name="connsiteX5" fmla="*/ 828942 w 999858"/>
              <a:gd name="connsiteY5" fmla="*/ 0 h 820396"/>
              <a:gd name="connsiteX6" fmla="*/ 0 w 999858"/>
              <a:gd name="connsiteY6" fmla="*/ 555476 h 820396"/>
              <a:gd name="connsiteX0-1" fmla="*/ 0 w 982766"/>
              <a:gd name="connsiteY0-2" fmla="*/ 555476 h 820396"/>
              <a:gd name="connsiteX1-3" fmla="*/ 8546 w 982766"/>
              <a:gd name="connsiteY1-4" fmla="*/ 726392 h 820396"/>
              <a:gd name="connsiteX2-5" fmla="*/ 700755 w 982766"/>
              <a:gd name="connsiteY2-6" fmla="*/ 213645 h 820396"/>
              <a:gd name="connsiteX3-7" fmla="*/ 871671 w 982766"/>
              <a:gd name="connsiteY3-8" fmla="*/ 794759 h 820396"/>
              <a:gd name="connsiteX4-9" fmla="*/ 982766 w 982766"/>
              <a:gd name="connsiteY4-10" fmla="*/ 820396 h 820396"/>
              <a:gd name="connsiteX5-11" fmla="*/ 811850 w 982766"/>
              <a:gd name="connsiteY5-12" fmla="*/ 0 h 820396"/>
              <a:gd name="connsiteX6-13" fmla="*/ 0 w 982766"/>
              <a:gd name="connsiteY6-14" fmla="*/ 555476 h 820396"/>
              <a:gd name="connsiteX0-15" fmla="*/ 0 w 1008403"/>
              <a:gd name="connsiteY0-16" fmla="*/ 555476 h 820396"/>
              <a:gd name="connsiteX1-17" fmla="*/ 8546 w 1008403"/>
              <a:gd name="connsiteY1-18" fmla="*/ 726392 h 820396"/>
              <a:gd name="connsiteX2-19" fmla="*/ 700755 w 1008403"/>
              <a:gd name="connsiteY2-20" fmla="*/ 213645 h 820396"/>
              <a:gd name="connsiteX3-21" fmla="*/ 871671 w 1008403"/>
              <a:gd name="connsiteY3-22" fmla="*/ 794759 h 820396"/>
              <a:gd name="connsiteX4-23" fmla="*/ 1008403 w 1008403"/>
              <a:gd name="connsiteY4-24" fmla="*/ 820396 h 820396"/>
              <a:gd name="connsiteX5-25" fmla="*/ 811850 w 1008403"/>
              <a:gd name="connsiteY5-26" fmla="*/ 0 h 820396"/>
              <a:gd name="connsiteX6-27" fmla="*/ 0 w 1008403"/>
              <a:gd name="connsiteY6-28" fmla="*/ 555476 h 820396"/>
              <a:gd name="connsiteX0-29" fmla="*/ 0 w 1025494"/>
              <a:gd name="connsiteY0-30" fmla="*/ 555476 h 846033"/>
              <a:gd name="connsiteX1-31" fmla="*/ 8546 w 1025494"/>
              <a:gd name="connsiteY1-32" fmla="*/ 726392 h 846033"/>
              <a:gd name="connsiteX2-33" fmla="*/ 700755 w 1025494"/>
              <a:gd name="connsiteY2-34" fmla="*/ 213645 h 846033"/>
              <a:gd name="connsiteX3-35" fmla="*/ 871671 w 1025494"/>
              <a:gd name="connsiteY3-36" fmla="*/ 794759 h 846033"/>
              <a:gd name="connsiteX4-37" fmla="*/ 1025494 w 1025494"/>
              <a:gd name="connsiteY4-38" fmla="*/ 846033 h 846033"/>
              <a:gd name="connsiteX5-39" fmla="*/ 811850 w 1025494"/>
              <a:gd name="connsiteY5-40" fmla="*/ 0 h 846033"/>
              <a:gd name="connsiteX6-41" fmla="*/ 0 w 1025494"/>
              <a:gd name="connsiteY6-42" fmla="*/ 555476 h 846033"/>
              <a:gd name="connsiteX0-43" fmla="*/ 0 w 1025494"/>
              <a:gd name="connsiteY0-44" fmla="*/ 555476 h 863125"/>
              <a:gd name="connsiteX1-45" fmla="*/ 8546 w 1025494"/>
              <a:gd name="connsiteY1-46" fmla="*/ 726392 h 863125"/>
              <a:gd name="connsiteX2-47" fmla="*/ 700755 w 1025494"/>
              <a:gd name="connsiteY2-48" fmla="*/ 213645 h 863125"/>
              <a:gd name="connsiteX3-49" fmla="*/ 871671 w 1025494"/>
              <a:gd name="connsiteY3-50" fmla="*/ 794759 h 863125"/>
              <a:gd name="connsiteX4-51" fmla="*/ 1025494 w 1025494"/>
              <a:gd name="connsiteY4-52" fmla="*/ 863125 h 863125"/>
              <a:gd name="connsiteX5-53" fmla="*/ 811850 w 1025494"/>
              <a:gd name="connsiteY5-54" fmla="*/ 0 h 863125"/>
              <a:gd name="connsiteX6-55" fmla="*/ 0 w 1025494"/>
              <a:gd name="connsiteY6-56" fmla="*/ 555476 h 863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25494" h="863125">
                <a:moveTo>
                  <a:pt x="0" y="555476"/>
                </a:moveTo>
                <a:lnTo>
                  <a:pt x="8546" y="726392"/>
                </a:lnTo>
                <a:lnTo>
                  <a:pt x="700755" y="213645"/>
                </a:lnTo>
                <a:lnTo>
                  <a:pt x="871671" y="794759"/>
                </a:lnTo>
                <a:lnTo>
                  <a:pt x="1025494" y="863125"/>
                </a:lnTo>
                <a:lnTo>
                  <a:pt x="811850" y="0"/>
                </a:lnTo>
                <a:lnTo>
                  <a:pt x="0" y="555476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任意多边形: 形状 47"/>
          <p:cNvSpPr/>
          <p:nvPr userDrawn="1">
            <p:custDataLst>
              <p:tags r:id="rId20"/>
            </p:custDataLst>
          </p:nvPr>
        </p:nvSpPr>
        <p:spPr>
          <a:xfrm>
            <a:off x="527050" y="2160270"/>
            <a:ext cx="774700" cy="928370"/>
          </a:xfrm>
          <a:custGeom>
            <a:avLst/>
            <a:gdLst>
              <a:gd name="connsiteX0" fmla="*/ 512747 w 863125"/>
              <a:gd name="connsiteY0" fmla="*/ 0 h 1034041"/>
              <a:gd name="connsiteX1" fmla="*/ 692209 w 863125"/>
              <a:gd name="connsiteY1" fmla="*/ 34183 h 1034041"/>
              <a:gd name="connsiteX2" fmla="*/ 863125 w 863125"/>
              <a:gd name="connsiteY2" fmla="*/ 1034041 h 1034041"/>
              <a:gd name="connsiteX3" fmla="*/ 0 w 863125"/>
              <a:gd name="connsiteY3" fmla="*/ 709301 h 1034041"/>
              <a:gd name="connsiteX4" fmla="*/ 136732 w 863125"/>
              <a:gd name="connsiteY4" fmla="*/ 606751 h 1034041"/>
              <a:gd name="connsiteX5" fmla="*/ 692209 w 863125"/>
              <a:gd name="connsiteY5" fmla="*/ 837488 h 1034041"/>
              <a:gd name="connsiteX6" fmla="*/ 512747 w 863125"/>
              <a:gd name="connsiteY6" fmla="*/ 0 h 1034041"/>
              <a:gd name="connsiteX0-1" fmla="*/ 512747 w 863125"/>
              <a:gd name="connsiteY0-2" fmla="*/ 0 h 1034041"/>
              <a:gd name="connsiteX1-3" fmla="*/ 658026 w 863125"/>
              <a:gd name="connsiteY1-4" fmla="*/ 34183 h 1034041"/>
              <a:gd name="connsiteX2-5" fmla="*/ 863125 w 863125"/>
              <a:gd name="connsiteY2-6" fmla="*/ 1034041 h 1034041"/>
              <a:gd name="connsiteX3-7" fmla="*/ 0 w 863125"/>
              <a:gd name="connsiteY3-8" fmla="*/ 709301 h 1034041"/>
              <a:gd name="connsiteX4-9" fmla="*/ 136732 w 863125"/>
              <a:gd name="connsiteY4-10" fmla="*/ 606751 h 1034041"/>
              <a:gd name="connsiteX5-11" fmla="*/ 692209 w 863125"/>
              <a:gd name="connsiteY5-12" fmla="*/ 837488 h 1034041"/>
              <a:gd name="connsiteX6-13" fmla="*/ 512747 w 863125"/>
              <a:gd name="connsiteY6-14" fmla="*/ 0 h 1034041"/>
              <a:gd name="connsiteX0-15" fmla="*/ 512747 w 863125"/>
              <a:gd name="connsiteY0-16" fmla="*/ 0 h 1034041"/>
              <a:gd name="connsiteX1-17" fmla="*/ 658026 w 863125"/>
              <a:gd name="connsiteY1-18" fmla="*/ 34183 h 1034041"/>
              <a:gd name="connsiteX2-19" fmla="*/ 863125 w 863125"/>
              <a:gd name="connsiteY2-20" fmla="*/ 1034041 h 1034041"/>
              <a:gd name="connsiteX3-21" fmla="*/ 0 w 863125"/>
              <a:gd name="connsiteY3-22" fmla="*/ 709301 h 1034041"/>
              <a:gd name="connsiteX4-23" fmla="*/ 136732 w 863125"/>
              <a:gd name="connsiteY4-24" fmla="*/ 606751 h 1034041"/>
              <a:gd name="connsiteX5-25" fmla="*/ 717846 w 863125"/>
              <a:gd name="connsiteY5-26" fmla="*/ 871671 h 1034041"/>
              <a:gd name="connsiteX6-27" fmla="*/ 512747 w 863125"/>
              <a:gd name="connsiteY6-28" fmla="*/ 0 h 1034041"/>
              <a:gd name="connsiteX0-29" fmla="*/ 512747 w 863125"/>
              <a:gd name="connsiteY0-30" fmla="*/ 0 h 1034041"/>
              <a:gd name="connsiteX1-31" fmla="*/ 658026 w 863125"/>
              <a:gd name="connsiteY1-32" fmla="*/ 34183 h 1034041"/>
              <a:gd name="connsiteX2-33" fmla="*/ 863125 w 863125"/>
              <a:gd name="connsiteY2-34" fmla="*/ 1034041 h 1034041"/>
              <a:gd name="connsiteX3-35" fmla="*/ 0 w 863125"/>
              <a:gd name="connsiteY3-36" fmla="*/ 709301 h 1034041"/>
              <a:gd name="connsiteX4-37" fmla="*/ 136732 w 863125"/>
              <a:gd name="connsiteY4-38" fmla="*/ 606751 h 1034041"/>
              <a:gd name="connsiteX5-39" fmla="*/ 726392 w 863125"/>
              <a:gd name="connsiteY5-40" fmla="*/ 871671 h 1034041"/>
              <a:gd name="connsiteX6-41" fmla="*/ 512747 w 863125"/>
              <a:gd name="connsiteY6-42" fmla="*/ 0 h 10340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63125" h="1034041">
                <a:moveTo>
                  <a:pt x="512747" y="0"/>
                </a:moveTo>
                <a:lnTo>
                  <a:pt x="658026" y="34183"/>
                </a:lnTo>
                <a:lnTo>
                  <a:pt x="863125" y="1034041"/>
                </a:lnTo>
                <a:lnTo>
                  <a:pt x="0" y="709301"/>
                </a:lnTo>
                <a:lnTo>
                  <a:pt x="136732" y="606751"/>
                </a:lnTo>
                <a:lnTo>
                  <a:pt x="726392" y="871671"/>
                </a:lnTo>
                <a:lnTo>
                  <a:pt x="512747" y="0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21"/>
            </p:custDataLst>
          </p:nvPr>
        </p:nvSpPr>
        <p:spPr>
          <a:xfrm>
            <a:off x="266065" y="2367915"/>
            <a:ext cx="1035685" cy="836295"/>
          </a:xfrm>
          <a:custGeom>
            <a:avLst/>
            <a:gdLst>
              <a:gd name="connsiteX0" fmla="*/ 683663 w 1153682"/>
              <a:gd name="connsiteY0" fmla="*/ 0 h 931492"/>
              <a:gd name="connsiteX1" fmla="*/ 743484 w 1153682"/>
              <a:gd name="connsiteY1" fmla="*/ 170916 h 931492"/>
              <a:gd name="connsiteX2" fmla="*/ 264919 w 1153682"/>
              <a:gd name="connsiteY2" fmla="*/ 487111 h 931492"/>
              <a:gd name="connsiteX3" fmla="*/ 1153682 w 1153682"/>
              <a:gd name="connsiteY3" fmla="*/ 811851 h 931492"/>
              <a:gd name="connsiteX4" fmla="*/ 999858 w 1153682"/>
              <a:gd name="connsiteY4" fmla="*/ 931492 h 931492"/>
              <a:gd name="connsiteX5" fmla="*/ 0 w 1153682"/>
              <a:gd name="connsiteY5" fmla="*/ 495657 h 931492"/>
              <a:gd name="connsiteX6" fmla="*/ 683663 w 1153682"/>
              <a:gd name="connsiteY6" fmla="*/ 0 h 931492"/>
              <a:gd name="connsiteX0-1" fmla="*/ 683663 w 1153682"/>
              <a:gd name="connsiteY0-2" fmla="*/ 0 h 931492"/>
              <a:gd name="connsiteX1-3" fmla="*/ 743484 w 1153682"/>
              <a:gd name="connsiteY1-4" fmla="*/ 170916 h 931492"/>
              <a:gd name="connsiteX2-5" fmla="*/ 273464 w 1153682"/>
              <a:gd name="connsiteY2-6" fmla="*/ 452928 h 931492"/>
              <a:gd name="connsiteX3-7" fmla="*/ 1153682 w 1153682"/>
              <a:gd name="connsiteY3-8" fmla="*/ 811851 h 931492"/>
              <a:gd name="connsiteX4-9" fmla="*/ 999858 w 1153682"/>
              <a:gd name="connsiteY4-10" fmla="*/ 931492 h 931492"/>
              <a:gd name="connsiteX5-11" fmla="*/ 0 w 1153682"/>
              <a:gd name="connsiteY5-12" fmla="*/ 495657 h 931492"/>
              <a:gd name="connsiteX6-13" fmla="*/ 683663 w 1153682"/>
              <a:gd name="connsiteY6-14" fmla="*/ 0 h 931492"/>
              <a:gd name="connsiteX0-15" fmla="*/ 683663 w 1153682"/>
              <a:gd name="connsiteY0-16" fmla="*/ 0 h 931492"/>
              <a:gd name="connsiteX1-17" fmla="*/ 743484 w 1153682"/>
              <a:gd name="connsiteY1-18" fmla="*/ 170916 h 931492"/>
              <a:gd name="connsiteX2-19" fmla="*/ 264919 w 1153682"/>
              <a:gd name="connsiteY2-20" fmla="*/ 461474 h 931492"/>
              <a:gd name="connsiteX3-21" fmla="*/ 1153682 w 1153682"/>
              <a:gd name="connsiteY3-22" fmla="*/ 811851 h 931492"/>
              <a:gd name="connsiteX4-23" fmla="*/ 999858 w 1153682"/>
              <a:gd name="connsiteY4-24" fmla="*/ 931492 h 931492"/>
              <a:gd name="connsiteX5-25" fmla="*/ 0 w 1153682"/>
              <a:gd name="connsiteY5-26" fmla="*/ 495657 h 931492"/>
              <a:gd name="connsiteX6-27" fmla="*/ 683663 w 1153682"/>
              <a:gd name="connsiteY6-28" fmla="*/ 0 h 931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53682" h="931492">
                <a:moveTo>
                  <a:pt x="683663" y="0"/>
                </a:moveTo>
                <a:lnTo>
                  <a:pt x="743484" y="170916"/>
                </a:lnTo>
                <a:lnTo>
                  <a:pt x="264919" y="461474"/>
                </a:lnTo>
                <a:lnTo>
                  <a:pt x="1153682" y="811851"/>
                </a:lnTo>
                <a:lnTo>
                  <a:pt x="999858" y="931492"/>
                </a:lnTo>
                <a:lnTo>
                  <a:pt x="0" y="495657"/>
                </a:lnTo>
                <a:lnTo>
                  <a:pt x="683663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body" idx="16386" hasCustomPrompt="1"/>
            <p:custDataLst>
              <p:tags r:id="rId2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23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谢谢观看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3368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41910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343400" y="1676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43400" y="2184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1910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343400" y="34036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343400" y="39116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41910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3434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43434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5" Type="http://schemas.openxmlformats.org/officeDocument/2006/relationships/theme" Target="../theme/theme2.xml"/><Relationship Id="rId34" Type="http://schemas.openxmlformats.org/officeDocument/2006/relationships/tags" Target="../tags/tag215.xml"/><Relationship Id="rId33" Type="http://schemas.openxmlformats.org/officeDocument/2006/relationships/tags" Target="../tags/tag214.xml"/><Relationship Id="rId32" Type="http://schemas.openxmlformats.org/officeDocument/2006/relationships/tags" Target="../tags/tag213.xml"/><Relationship Id="rId31" Type="http://schemas.openxmlformats.org/officeDocument/2006/relationships/tags" Target="../tags/tag212.xml"/><Relationship Id="rId30" Type="http://schemas.openxmlformats.org/officeDocument/2006/relationships/tags" Target="../tags/tag211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10.xml"/><Relationship Id="rId28" Type="http://schemas.openxmlformats.org/officeDocument/2006/relationships/tags" Target="../tags/tag209.xml"/><Relationship Id="rId27" Type="http://schemas.openxmlformats.org/officeDocument/2006/relationships/tags" Target="../tags/tag208.xml"/><Relationship Id="rId26" Type="http://schemas.openxmlformats.org/officeDocument/2006/relationships/tags" Target="../tags/tag207.xml"/><Relationship Id="rId25" Type="http://schemas.openxmlformats.org/officeDocument/2006/relationships/tags" Target="../tags/tag206.xml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9" Type="http://schemas.openxmlformats.org/officeDocument/2006/relationships/theme" Target="../theme/theme3.xml"/><Relationship Id="rId28" Type="http://schemas.openxmlformats.org/officeDocument/2006/relationships/tags" Target="../tags/tag332.xml"/><Relationship Id="rId27" Type="http://schemas.openxmlformats.org/officeDocument/2006/relationships/tags" Target="../tags/tag331.xml"/><Relationship Id="rId26" Type="http://schemas.openxmlformats.org/officeDocument/2006/relationships/tags" Target="../tags/tag330.xml"/><Relationship Id="rId25" Type="http://schemas.openxmlformats.org/officeDocument/2006/relationships/tags" Target="../tags/tag329.xml"/><Relationship Id="rId24" Type="http://schemas.openxmlformats.org/officeDocument/2006/relationships/tags" Target="../tags/tag328.xml"/><Relationship Id="rId23" Type="http://schemas.openxmlformats.org/officeDocument/2006/relationships/tags" Target="../tags/tag327.xml"/><Relationship Id="rId22" Type="http://schemas.openxmlformats.org/officeDocument/2006/relationships/tags" Target="../tags/tag326.xml"/><Relationship Id="rId21" Type="http://schemas.openxmlformats.org/officeDocument/2006/relationships/tags" Target="../tags/tag325.xml"/><Relationship Id="rId20" Type="http://schemas.openxmlformats.org/officeDocument/2006/relationships/tags" Target="../tags/tag324.xml"/><Relationship Id="rId2" Type="http://schemas.openxmlformats.org/officeDocument/2006/relationships/slideLayout" Target="../slideLayouts/slideLayout26.xml"/><Relationship Id="rId19" Type="http://schemas.openxmlformats.org/officeDocument/2006/relationships/tags" Target="../tags/tag323.xml"/><Relationship Id="rId18" Type="http://schemas.openxmlformats.org/officeDocument/2006/relationships/tags" Target="../tags/tag322.xml"/><Relationship Id="rId17" Type="http://schemas.openxmlformats.org/officeDocument/2006/relationships/tags" Target="../tags/tag321.xml"/><Relationship Id="rId16" Type="http://schemas.openxmlformats.org/officeDocument/2006/relationships/tags" Target="../tags/tag320.xml"/><Relationship Id="rId15" Type="http://schemas.openxmlformats.org/officeDocument/2006/relationships/tags" Target="../tags/tag319.xml"/><Relationship Id="rId14" Type="http://schemas.openxmlformats.org/officeDocument/2006/relationships/tags" Target="../tags/tag318.xml"/><Relationship Id="rId13" Type="http://schemas.openxmlformats.org/officeDocument/2006/relationships/tags" Target="../tags/tag317.xml"/><Relationship Id="rId12" Type="http://schemas.openxmlformats.org/officeDocument/2006/relationships/tags" Target="../tags/tag316.xml"/><Relationship Id="rId11" Type="http://schemas.openxmlformats.org/officeDocument/2006/relationships/tags" Target="../tags/tag315.xml"/><Relationship Id="rId10" Type="http://schemas.openxmlformats.org/officeDocument/2006/relationships/tags" Target="../tags/tag31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6"/>
            </p:custDataLst>
          </p:nvPr>
        </p:nvSpPr>
        <p:spPr>
          <a:xfrm>
            <a:off x="9596120" y="229235"/>
            <a:ext cx="2426970" cy="1528445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7"/>
            </p:custDataLst>
          </p:nvPr>
        </p:nvSpPr>
        <p:spPr>
          <a:xfrm>
            <a:off x="337185" y="3623310"/>
            <a:ext cx="2426970" cy="1528445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>
            <p:custDataLst>
              <p:tags r:id="rId19"/>
            </p:custDataLst>
          </p:nvPr>
        </p:nvSpPr>
        <p:spPr>
          <a:xfrm>
            <a:off x="7372985" y="4102735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20"/>
            </p:custDataLst>
          </p:nvPr>
        </p:nvSpPr>
        <p:spPr>
          <a:xfrm>
            <a:off x="0" y="5707380"/>
            <a:ext cx="1194435" cy="1150620"/>
          </a:xfrm>
          <a:custGeom>
            <a:avLst/>
            <a:gdLst>
              <a:gd name="connsiteX0" fmla="*/ 0 w 1194141"/>
              <a:gd name="connsiteY0" fmla="*/ 1050924 h 1150326"/>
              <a:gd name="connsiteX1" fmla="*/ 10634 w 1194141"/>
              <a:gd name="connsiteY1" fmla="*/ 1070516 h 1150326"/>
              <a:gd name="connsiteX2" fmla="*/ 61715 w 1194141"/>
              <a:gd name="connsiteY2" fmla="*/ 1132426 h 1150326"/>
              <a:gd name="connsiteX3" fmla="*/ 83410 w 1194141"/>
              <a:gd name="connsiteY3" fmla="*/ 1150326 h 1150326"/>
              <a:gd name="connsiteX4" fmla="*/ 0 w 1194141"/>
              <a:gd name="connsiteY4" fmla="*/ 1150326 h 1150326"/>
              <a:gd name="connsiteX5" fmla="*/ 357511 w 1194141"/>
              <a:gd name="connsiteY5" fmla="*/ 752968 h 1150326"/>
              <a:gd name="connsiteX6" fmla="*/ 273848 w 1194141"/>
              <a:gd name="connsiteY6" fmla="*/ 836631 h 1150326"/>
              <a:gd name="connsiteX7" fmla="*/ 357511 w 1194141"/>
              <a:gd name="connsiteY7" fmla="*/ 920294 h 1150326"/>
              <a:gd name="connsiteX8" fmla="*/ 441174 w 1194141"/>
              <a:gd name="connsiteY8" fmla="*/ 836631 h 1150326"/>
              <a:gd name="connsiteX9" fmla="*/ 357511 w 1194141"/>
              <a:gd name="connsiteY9" fmla="*/ 752968 h 1150326"/>
              <a:gd name="connsiteX10" fmla="*/ 357511 w 1194141"/>
              <a:gd name="connsiteY10" fmla="*/ 669305 h 1150326"/>
              <a:gd name="connsiteX11" fmla="*/ 524837 w 1194141"/>
              <a:gd name="connsiteY11" fmla="*/ 836631 h 1150326"/>
              <a:gd name="connsiteX12" fmla="*/ 357511 w 1194141"/>
              <a:gd name="connsiteY12" fmla="*/ 1003957 h 1150326"/>
              <a:gd name="connsiteX13" fmla="*/ 190185 w 1194141"/>
              <a:gd name="connsiteY13" fmla="*/ 836631 h 1150326"/>
              <a:gd name="connsiteX14" fmla="*/ 357511 w 1194141"/>
              <a:gd name="connsiteY14" fmla="*/ 669305 h 1150326"/>
              <a:gd name="connsiteX15" fmla="*/ 357511 w 1194141"/>
              <a:gd name="connsiteY15" fmla="*/ 585641 h 1150326"/>
              <a:gd name="connsiteX16" fmla="*/ 106521 w 1194141"/>
              <a:gd name="connsiteY16" fmla="*/ 836631 h 1150326"/>
              <a:gd name="connsiteX17" fmla="*/ 357511 w 1194141"/>
              <a:gd name="connsiteY17" fmla="*/ 1087620 h 1150326"/>
              <a:gd name="connsiteX18" fmla="*/ 608500 w 1194141"/>
              <a:gd name="connsiteY18" fmla="*/ 836631 h 1150326"/>
              <a:gd name="connsiteX19" fmla="*/ 357511 w 1194141"/>
              <a:gd name="connsiteY19" fmla="*/ 585641 h 1150326"/>
              <a:gd name="connsiteX20" fmla="*/ 357511 w 1194141"/>
              <a:gd name="connsiteY20" fmla="*/ 501978 h 1150326"/>
              <a:gd name="connsiteX21" fmla="*/ 692163 w 1194141"/>
              <a:gd name="connsiteY21" fmla="*/ 836631 h 1150326"/>
              <a:gd name="connsiteX22" fmla="*/ 487772 w 1194141"/>
              <a:gd name="connsiteY22" fmla="*/ 1144985 h 1150326"/>
              <a:gd name="connsiteX23" fmla="*/ 470564 w 1194141"/>
              <a:gd name="connsiteY23" fmla="*/ 1150326 h 1150326"/>
              <a:gd name="connsiteX24" fmla="*/ 244457 w 1194141"/>
              <a:gd name="connsiteY24" fmla="*/ 1150326 h 1150326"/>
              <a:gd name="connsiteX25" fmla="*/ 227249 w 1194141"/>
              <a:gd name="connsiteY25" fmla="*/ 1144985 h 1150326"/>
              <a:gd name="connsiteX26" fmla="*/ 22858 w 1194141"/>
              <a:gd name="connsiteY26" fmla="*/ 836631 h 1150326"/>
              <a:gd name="connsiteX27" fmla="*/ 357511 w 1194141"/>
              <a:gd name="connsiteY27" fmla="*/ 501978 h 1150326"/>
              <a:gd name="connsiteX28" fmla="*/ 357511 w 1194141"/>
              <a:gd name="connsiteY28" fmla="*/ 334653 h 1150326"/>
              <a:gd name="connsiteX29" fmla="*/ 859490 w 1194141"/>
              <a:gd name="connsiteY29" fmla="*/ 836631 h 1150326"/>
              <a:gd name="connsiteX30" fmla="*/ 773760 w 1194141"/>
              <a:gd name="connsiteY30" fmla="*/ 1117291 h 1150326"/>
              <a:gd name="connsiteX31" fmla="*/ 746503 w 1194141"/>
              <a:gd name="connsiteY31" fmla="*/ 1150326 h 1150326"/>
              <a:gd name="connsiteX32" fmla="*/ 631612 w 1194141"/>
              <a:gd name="connsiteY32" fmla="*/ 1150326 h 1150326"/>
              <a:gd name="connsiteX33" fmla="*/ 653307 w 1194141"/>
              <a:gd name="connsiteY33" fmla="*/ 1132426 h 1150326"/>
              <a:gd name="connsiteX34" fmla="*/ 775829 w 1194141"/>
              <a:gd name="connsiteY34" fmla="*/ 836631 h 1150326"/>
              <a:gd name="connsiteX35" fmla="*/ 357511 w 1194141"/>
              <a:gd name="connsiteY35" fmla="*/ 418312 h 1150326"/>
              <a:gd name="connsiteX36" fmla="*/ 10634 w 1194141"/>
              <a:gd name="connsiteY36" fmla="*/ 602745 h 1150326"/>
              <a:gd name="connsiteX37" fmla="*/ 0 w 1194141"/>
              <a:gd name="connsiteY37" fmla="*/ 622337 h 1150326"/>
              <a:gd name="connsiteX38" fmla="*/ 0 w 1194141"/>
              <a:gd name="connsiteY38" fmla="*/ 484779 h 1150326"/>
              <a:gd name="connsiteX39" fmla="*/ 2559 w 1194141"/>
              <a:gd name="connsiteY39" fmla="*/ 481679 h 1150326"/>
              <a:gd name="connsiteX40" fmla="*/ 357511 w 1194141"/>
              <a:gd name="connsiteY40" fmla="*/ 334653 h 1150326"/>
              <a:gd name="connsiteX41" fmla="*/ 357511 w 1194141"/>
              <a:gd name="connsiteY41" fmla="*/ 167326 h 1150326"/>
              <a:gd name="connsiteX42" fmla="*/ 1026815 w 1194141"/>
              <a:gd name="connsiteY42" fmla="*/ 836631 h 1150326"/>
              <a:gd name="connsiteX43" fmla="*/ 974218 w 1194141"/>
              <a:gd name="connsiteY43" fmla="*/ 1097154 h 1150326"/>
              <a:gd name="connsiteX44" fmla="*/ 945357 w 1194141"/>
              <a:gd name="connsiteY44" fmla="*/ 1150326 h 1150326"/>
              <a:gd name="connsiteX45" fmla="*/ 850592 w 1194141"/>
              <a:gd name="connsiteY45" fmla="*/ 1150326 h 1150326"/>
              <a:gd name="connsiteX46" fmla="*/ 897129 w 1194141"/>
              <a:gd name="connsiteY46" fmla="*/ 1064589 h 1150326"/>
              <a:gd name="connsiteX47" fmla="*/ 943152 w 1194141"/>
              <a:gd name="connsiteY47" fmla="*/ 836631 h 1150326"/>
              <a:gd name="connsiteX48" fmla="*/ 357511 w 1194141"/>
              <a:gd name="connsiteY48" fmla="*/ 250990 h 1150326"/>
              <a:gd name="connsiteX49" fmla="*/ 30073 w 1194141"/>
              <a:gd name="connsiteY49" fmla="*/ 351008 h 1150326"/>
              <a:gd name="connsiteX50" fmla="*/ 0 w 1194141"/>
              <a:gd name="connsiteY50" fmla="*/ 375821 h 1150326"/>
              <a:gd name="connsiteX51" fmla="*/ 0 w 1194141"/>
              <a:gd name="connsiteY51" fmla="*/ 272566 h 1150326"/>
              <a:gd name="connsiteX52" fmla="*/ 96987 w 1194141"/>
              <a:gd name="connsiteY52" fmla="*/ 219924 h 1150326"/>
              <a:gd name="connsiteX53" fmla="*/ 357511 w 1194141"/>
              <a:gd name="connsiteY53" fmla="*/ 167326 h 1150326"/>
              <a:gd name="connsiteX54" fmla="*/ 357511 w 1194141"/>
              <a:gd name="connsiteY54" fmla="*/ 0 h 1150326"/>
              <a:gd name="connsiteX55" fmla="*/ 1194141 w 1194141"/>
              <a:gd name="connsiteY55" fmla="*/ 836631 h 1150326"/>
              <a:gd name="connsiteX56" fmla="*/ 1177144 w 1194141"/>
              <a:gd name="connsiteY56" fmla="*/ 1005241 h 1150326"/>
              <a:gd name="connsiteX57" fmla="*/ 1132107 w 1194141"/>
              <a:gd name="connsiteY57" fmla="*/ 1150326 h 1150326"/>
              <a:gd name="connsiteX58" fmla="*/ 1040121 w 1194141"/>
              <a:gd name="connsiteY58" fmla="*/ 1150326 h 1150326"/>
              <a:gd name="connsiteX59" fmla="*/ 1051306 w 1194141"/>
              <a:gd name="connsiteY59" fmla="*/ 1129720 h 1150326"/>
              <a:gd name="connsiteX60" fmla="*/ 1110478 w 1194141"/>
              <a:gd name="connsiteY60" fmla="*/ 836631 h 1150326"/>
              <a:gd name="connsiteX61" fmla="*/ 357511 w 1194141"/>
              <a:gd name="connsiteY61" fmla="*/ 83663 h 1150326"/>
              <a:gd name="connsiteX62" fmla="*/ 64422 w 1194141"/>
              <a:gd name="connsiteY62" fmla="*/ 142835 h 1150326"/>
              <a:gd name="connsiteX63" fmla="*/ 0 w 1194141"/>
              <a:gd name="connsiteY63" fmla="*/ 177802 h 1150326"/>
              <a:gd name="connsiteX64" fmla="*/ 0 w 1194141"/>
              <a:gd name="connsiteY64" fmla="*/ 83038 h 1150326"/>
              <a:gd name="connsiteX65" fmla="*/ 31856 w 1194141"/>
              <a:gd name="connsiteY65" fmla="*/ 65747 h 1150326"/>
              <a:gd name="connsiteX66" fmla="*/ 357511 w 1194141"/>
              <a:gd name="connsiteY66" fmla="*/ 0 h 115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94141" h="1150326">
                <a:moveTo>
                  <a:pt x="0" y="1050924"/>
                </a:moveTo>
                <a:lnTo>
                  <a:pt x="10634" y="1070516"/>
                </a:lnTo>
                <a:cubicBezTo>
                  <a:pt x="25669" y="1092771"/>
                  <a:pt x="42790" y="1113501"/>
                  <a:pt x="61715" y="1132426"/>
                </a:cubicBezTo>
                <a:lnTo>
                  <a:pt x="83410" y="1150326"/>
                </a:lnTo>
                <a:lnTo>
                  <a:pt x="0" y="1150326"/>
                </a:lnTo>
                <a:close/>
                <a:moveTo>
                  <a:pt x="357511" y="752968"/>
                </a:moveTo>
                <a:cubicBezTo>
                  <a:pt x="311305" y="752968"/>
                  <a:pt x="273848" y="790425"/>
                  <a:pt x="273848" y="836631"/>
                </a:cubicBezTo>
                <a:cubicBezTo>
                  <a:pt x="273848" y="882837"/>
                  <a:pt x="311305" y="920294"/>
                  <a:pt x="357511" y="920294"/>
                </a:cubicBezTo>
                <a:cubicBezTo>
                  <a:pt x="403717" y="920294"/>
                  <a:pt x="441174" y="882837"/>
                  <a:pt x="441174" y="836631"/>
                </a:cubicBezTo>
                <a:cubicBezTo>
                  <a:pt x="441174" y="790425"/>
                  <a:pt x="403717" y="752968"/>
                  <a:pt x="357511" y="752968"/>
                </a:cubicBezTo>
                <a:close/>
                <a:moveTo>
                  <a:pt x="357511" y="669305"/>
                </a:moveTo>
                <a:cubicBezTo>
                  <a:pt x="449923" y="669305"/>
                  <a:pt x="524837" y="744219"/>
                  <a:pt x="524837" y="836631"/>
                </a:cubicBezTo>
                <a:cubicBezTo>
                  <a:pt x="524837" y="929042"/>
                  <a:pt x="449923" y="1003957"/>
                  <a:pt x="357511" y="1003957"/>
                </a:cubicBezTo>
                <a:cubicBezTo>
                  <a:pt x="265100" y="1003957"/>
                  <a:pt x="190185" y="929042"/>
                  <a:pt x="190185" y="836631"/>
                </a:cubicBezTo>
                <a:cubicBezTo>
                  <a:pt x="190185" y="744219"/>
                  <a:pt x="265100" y="669305"/>
                  <a:pt x="357511" y="669305"/>
                </a:cubicBezTo>
                <a:close/>
                <a:moveTo>
                  <a:pt x="357511" y="585641"/>
                </a:moveTo>
                <a:cubicBezTo>
                  <a:pt x="218893" y="585641"/>
                  <a:pt x="106521" y="698013"/>
                  <a:pt x="106521" y="836631"/>
                </a:cubicBezTo>
                <a:cubicBezTo>
                  <a:pt x="106521" y="975248"/>
                  <a:pt x="218893" y="1087620"/>
                  <a:pt x="357511" y="1087620"/>
                </a:cubicBezTo>
                <a:cubicBezTo>
                  <a:pt x="496128" y="1087620"/>
                  <a:pt x="608500" y="975248"/>
                  <a:pt x="608500" y="836631"/>
                </a:cubicBezTo>
                <a:cubicBezTo>
                  <a:pt x="608500" y="698013"/>
                  <a:pt x="496128" y="585641"/>
                  <a:pt x="357511" y="585641"/>
                </a:cubicBezTo>
                <a:close/>
                <a:moveTo>
                  <a:pt x="357511" y="501978"/>
                </a:moveTo>
                <a:cubicBezTo>
                  <a:pt x="542334" y="501978"/>
                  <a:pt x="692163" y="651808"/>
                  <a:pt x="692163" y="836631"/>
                </a:cubicBezTo>
                <a:cubicBezTo>
                  <a:pt x="692163" y="975248"/>
                  <a:pt x="607884" y="1094181"/>
                  <a:pt x="487772" y="1144985"/>
                </a:cubicBezTo>
                <a:lnTo>
                  <a:pt x="470564" y="1150326"/>
                </a:lnTo>
                <a:lnTo>
                  <a:pt x="244457" y="1150326"/>
                </a:lnTo>
                <a:lnTo>
                  <a:pt x="227249" y="1144985"/>
                </a:lnTo>
                <a:cubicBezTo>
                  <a:pt x="107137" y="1094181"/>
                  <a:pt x="22858" y="975248"/>
                  <a:pt x="22858" y="836631"/>
                </a:cubicBezTo>
                <a:cubicBezTo>
                  <a:pt x="22858" y="651808"/>
                  <a:pt x="172688" y="501978"/>
                  <a:pt x="357511" y="501978"/>
                </a:cubicBezTo>
                <a:close/>
                <a:moveTo>
                  <a:pt x="357511" y="334653"/>
                </a:moveTo>
                <a:cubicBezTo>
                  <a:pt x="634746" y="334653"/>
                  <a:pt x="859490" y="559396"/>
                  <a:pt x="859490" y="836631"/>
                </a:cubicBezTo>
                <a:cubicBezTo>
                  <a:pt x="859490" y="940594"/>
                  <a:pt x="827885" y="1037175"/>
                  <a:pt x="773760" y="1117291"/>
                </a:cubicBezTo>
                <a:lnTo>
                  <a:pt x="746503" y="1150326"/>
                </a:lnTo>
                <a:lnTo>
                  <a:pt x="631612" y="1150326"/>
                </a:lnTo>
                <a:lnTo>
                  <a:pt x="653307" y="1132426"/>
                </a:lnTo>
                <a:cubicBezTo>
                  <a:pt x="729007" y="1056726"/>
                  <a:pt x="775829" y="952146"/>
                  <a:pt x="775829" y="836631"/>
                </a:cubicBezTo>
                <a:cubicBezTo>
                  <a:pt x="775829" y="605600"/>
                  <a:pt x="588542" y="418312"/>
                  <a:pt x="357511" y="418312"/>
                </a:cubicBezTo>
                <a:cubicBezTo>
                  <a:pt x="213116" y="418312"/>
                  <a:pt x="85809" y="491471"/>
                  <a:pt x="10634" y="602745"/>
                </a:cubicBezTo>
                <a:lnTo>
                  <a:pt x="0" y="622337"/>
                </a:lnTo>
                <a:lnTo>
                  <a:pt x="0" y="484779"/>
                </a:lnTo>
                <a:lnTo>
                  <a:pt x="2559" y="481679"/>
                </a:lnTo>
                <a:cubicBezTo>
                  <a:pt x="93399" y="390838"/>
                  <a:pt x="218894" y="334653"/>
                  <a:pt x="357511" y="334653"/>
                </a:cubicBezTo>
                <a:close/>
                <a:moveTo>
                  <a:pt x="357511" y="167326"/>
                </a:moveTo>
                <a:cubicBezTo>
                  <a:pt x="727157" y="167326"/>
                  <a:pt x="1026815" y="466984"/>
                  <a:pt x="1026815" y="836631"/>
                </a:cubicBezTo>
                <a:cubicBezTo>
                  <a:pt x="1026815" y="929042"/>
                  <a:pt x="1008086" y="1017080"/>
                  <a:pt x="974218" y="1097154"/>
                </a:cubicBezTo>
                <a:lnTo>
                  <a:pt x="945357" y="1150326"/>
                </a:lnTo>
                <a:lnTo>
                  <a:pt x="850592" y="1150326"/>
                </a:lnTo>
                <a:lnTo>
                  <a:pt x="897129" y="1064589"/>
                </a:lnTo>
                <a:cubicBezTo>
                  <a:pt x="926764" y="994524"/>
                  <a:pt x="943152" y="917491"/>
                  <a:pt x="943152" y="836631"/>
                </a:cubicBezTo>
                <a:cubicBezTo>
                  <a:pt x="943152" y="513190"/>
                  <a:pt x="680951" y="250990"/>
                  <a:pt x="357511" y="250990"/>
                </a:cubicBezTo>
                <a:cubicBezTo>
                  <a:pt x="236220" y="250990"/>
                  <a:pt x="123542" y="287862"/>
                  <a:pt x="30073" y="351008"/>
                </a:cubicBezTo>
                <a:lnTo>
                  <a:pt x="0" y="375821"/>
                </a:lnTo>
                <a:lnTo>
                  <a:pt x="0" y="272566"/>
                </a:lnTo>
                <a:lnTo>
                  <a:pt x="96987" y="219924"/>
                </a:lnTo>
                <a:cubicBezTo>
                  <a:pt x="177062" y="186055"/>
                  <a:pt x="265099" y="167326"/>
                  <a:pt x="357511" y="167326"/>
                </a:cubicBezTo>
                <a:close/>
                <a:moveTo>
                  <a:pt x="357511" y="0"/>
                </a:moveTo>
                <a:cubicBezTo>
                  <a:pt x="819569" y="0"/>
                  <a:pt x="1194141" y="374572"/>
                  <a:pt x="1194141" y="836631"/>
                </a:cubicBezTo>
                <a:cubicBezTo>
                  <a:pt x="1194141" y="894388"/>
                  <a:pt x="1188289" y="950778"/>
                  <a:pt x="1177144" y="1005241"/>
                </a:cubicBezTo>
                <a:lnTo>
                  <a:pt x="1132107" y="1150326"/>
                </a:lnTo>
                <a:lnTo>
                  <a:pt x="1040121" y="1150326"/>
                </a:lnTo>
                <a:lnTo>
                  <a:pt x="1051306" y="1129720"/>
                </a:lnTo>
                <a:cubicBezTo>
                  <a:pt x="1089408" y="1039636"/>
                  <a:pt x="1110478" y="940594"/>
                  <a:pt x="1110478" y="836631"/>
                </a:cubicBezTo>
                <a:cubicBezTo>
                  <a:pt x="1110478" y="420778"/>
                  <a:pt x="773363" y="83663"/>
                  <a:pt x="357511" y="83663"/>
                </a:cubicBezTo>
                <a:cubicBezTo>
                  <a:pt x="253547" y="83663"/>
                  <a:pt x="154505" y="104733"/>
                  <a:pt x="64422" y="142835"/>
                </a:cubicBezTo>
                <a:lnTo>
                  <a:pt x="0" y="177802"/>
                </a:lnTo>
                <a:lnTo>
                  <a:pt x="0" y="83038"/>
                </a:lnTo>
                <a:lnTo>
                  <a:pt x="31856" y="65747"/>
                </a:lnTo>
                <a:cubicBezTo>
                  <a:pt x="131949" y="23411"/>
                  <a:pt x="241996" y="0"/>
                  <a:pt x="35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21"/>
            </p:custDataLst>
          </p:nvPr>
        </p:nvSpPr>
        <p:spPr>
          <a:xfrm>
            <a:off x="875030" y="741045"/>
            <a:ext cx="187960" cy="187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>
            <p:custDataLst>
              <p:tags r:id="rId22"/>
            </p:custDataLst>
          </p:nvPr>
        </p:nvSpPr>
        <p:spPr>
          <a:xfrm>
            <a:off x="11135360" y="5925820"/>
            <a:ext cx="187960" cy="187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23"/>
            </p:custDataLst>
          </p:nvPr>
        </p:nvSpPr>
        <p:spPr>
          <a:xfrm>
            <a:off x="875030" y="5925820"/>
            <a:ext cx="187960" cy="187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24"/>
            </p:custDataLst>
          </p:nvPr>
        </p:nvSpPr>
        <p:spPr>
          <a:xfrm>
            <a:off x="11135360" y="741045"/>
            <a:ext cx="187960" cy="187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>
            <p:custDataLst>
              <p:tags r:id="rId25"/>
            </p:custDataLst>
          </p:nvPr>
        </p:nvSpPr>
        <p:spPr>
          <a:xfrm>
            <a:off x="4732655" y="680720"/>
            <a:ext cx="203835" cy="1060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>
            <p:custDataLst>
              <p:tags r:id="rId26"/>
            </p:custDataLst>
          </p:nvPr>
        </p:nvSpPr>
        <p:spPr>
          <a:xfrm>
            <a:off x="4689475" y="787400"/>
            <a:ext cx="306705" cy="552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 userDrawn="1">
            <p:custDataLst>
              <p:tags r:id="rId27"/>
            </p:custDataLst>
          </p:nvPr>
        </p:nvSpPr>
        <p:spPr>
          <a:xfrm>
            <a:off x="238760" y="229235"/>
            <a:ext cx="11714480" cy="6399530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>
          <a:xfrm>
            <a:off x="697230" y="43874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>
            <a:outerShdw>
              <a:srgbClr val="FFFFFF"/>
            </a:outerShdw>
          </a:effectLst>
          <a:uFill>
            <a:solidFill>
              <a:srgbClr val="2F3032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1"/>
            </p:custDataLst>
          </p:nvPr>
        </p:nvSpPr>
        <p:spPr>
          <a:xfrm>
            <a:off x="9596120" y="229235"/>
            <a:ext cx="2426970" cy="1528445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2"/>
            </p:custDataLst>
          </p:nvPr>
        </p:nvSpPr>
        <p:spPr>
          <a:xfrm>
            <a:off x="337185" y="3623310"/>
            <a:ext cx="2426970" cy="1528445"/>
          </a:xfrm>
          <a:custGeom>
            <a:avLst/>
            <a:gdLst>
              <a:gd name="connsiteX0" fmla="*/ 2389131 w 2427031"/>
              <a:gd name="connsiteY0" fmla="*/ 1452794 h 1528594"/>
              <a:gd name="connsiteX1" fmla="*/ 2427031 w 2427031"/>
              <a:gd name="connsiteY1" fmla="*/ 1490694 h 1528594"/>
              <a:gd name="connsiteX2" fmla="*/ 2389131 w 2427031"/>
              <a:gd name="connsiteY2" fmla="*/ 1528594 h 1528594"/>
              <a:gd name="connsiteX3" fmla="*/ 2351231 w 2427031"/>
              <a:gd name="connsiteY3" fmla="*/ 1490694 h 1528594"/>
              <a:gd name="connsiteX4" fmla="*/ 2389131 w 2427031"/>
              <a:gd name="connsiteY4" fmla="*/ 1452794 h 1528594"/>
              <a:gd name="connsiteX5" fmla="*/ 2175384 w 2427031"/>
              <a:gd name="connsiteY5" fmla="*/ 1452794 h 1528594"/>
              <a:gd name="connsiteX6" fmla="*/ 2213284 w 2427031"/>
              <a:gd name="connsiteY6" fmla="*/ 1490694 h 1528594"/>
              <a:gd name="connsiteX7" fmla="*/ 2175384 w 2427031"/>
              <a:gd name="connsiteY7" fmla="*/ 1528594 h 1528594"/>
              <a:gd name="connsiteX8" fmla="*/ 2137484 w 2427031"/>
              <a:gd name="connsiteY8" fmla="*/ 1490694 h 1528594"/>
              <a:gd name="connsiteX9" fmla="*/ 2175384 w 2427031"/>
              <a:gd name="connsiteY9" fmla="*/ 1452794 h 1528594"/>
              <a:gd name="connsiteX10" fmla="*/ 1961635 w 2427031"/>
              <a:gd name="connsiteY10" fmla="*/ 1452794 h 1528594"/>
              <a:gd name="connsiteX11" fmla="*/ 1999535 w 2427031"/>
              <a:gd name="connsiteY11" fmla="*/ 1490694 h 1528594"/>
              <a:gd name="connsiteX12" fmla="*/ 1961635 w 2427031"/>
              <a:gd name="connsiteY12" fmla="*/ 1528594 h 1528594"/>
              <a:gd name="connsiteX13" fmla="*/ 1923735 w 2427031"/>
              <a:gd name="connsiteY13" fmla="*/ 1490694 h 1528594"/>
              <a:gd name="connsiteX14" fmla="*/ 1961635 w 2427031"/>
              <a:gd name="connsiteY14" fmla="*/ 1452794 h 1528594"/>
              <a:gd name="connsiteX15" fmla="*/ 1747886 w 2427031"/>
              <a:gd name="connsiteY15" fmla="*/ 1452794 h 1528594"/>
              <a:gd name="connsiteX16" fmla="*/ 1785786 w 2427031"/>
              <a:gd name="connsiteY16" fmla="*/ 1490694 h 1528594"/>
              <a:gd name="connsiteX17" fmla="*/ 1747886 w 2427031"/>
              <a:gd name="connsiteY17" fmla="*/ 1528594 h 1528594"/>
              <a:gd name="connsiteX18" fmla="*/ 1709986 w 2427031"/>
              <a:gd name="connsiteY18" fmla="*/ 1490694 h 1528594"/>
              <a:gd name="connsiteX19" fmla="*/ 1747886 w 2427031"/>
              <a:gd name="connsiteY19" fmla="*/ 1452794 h 1528594"/>
              <a:gd name="connsiteX20" fmla="*/ 1534138 w 2427031"/>
              <a:gd name="connsiteY20" fmla="*/ 1452794 h 1528594"/>
              <a:gd name="connsiteX21" fmla="*/ 1572038 w 2427031"/>
              <a:gd name="connsiteY21" fmla="*/ 1490694 h 1528594"/>
              <a:gd name="connsiteX22" fmla="*/ 1534138 w 2427031"/>
              <a:gd name="connsiteY22" fmla="*/ 1528594 h 1528594"/>
              <a:gd name="connsiteX23" fmla="*/ 1496238 w 2427031"/>
              <a:gd name="connsiteY23" fmla="*/ 1490694 h 1528594"/>
              <a:gd name="connsiteX24" fmla="*/ 1534138 w 2427031"/>
              <a:gd name="connsiteY24" fmla="*/ 1452794 h 1528594"/>
              <a:gd name="connsiteX25" fmla="*/ 1320389 w 2427031"/>
              <a:gd name="connsiteY25" fmla="*/ 1452794 h 1528594"/>
              <a:gd name="connsiteX26" fmla="*/ 1358289 w 2427031"/>
              <a:gd name="connsiteY26" fmla="*/ 1490694 h 1528594"/>
              <a:gd name="connsiteX27" fmla="*/ 1320389 w 2427031"/>
              <a:gd name="connsiteY27" fmla="*/ 1528594 h 1528594"/>
              <a:gd name="connsiteX28" fmla="*/ 1282489 w 2427031"/>
              <a:gd name="connsiteY28" fmla="*/ 1490694 h 1528594"/>
              <a:gd name="connsiteX29" fmla="*/ 1320389 w 2427031"/>
              <a:gd name="connsiteY29" fmla="*/ 1452794 h 1528594"/>
              <a:gd name="connsiteX30" fmla="*/ 1106642 w 2427031"/>
              <a:gd name="connsiteY30" fmla="*/ 1452794 h 1528594"/>
              <a:gd name="connsiteX31" fmla="*/ 1144542 w 2427031"/>
              <a:gd name="connsiteY31" fmla="*/ 1490694 h 1528594"/>
              <a:gd name="connsiteX32" fmla="*/ 1106642 w 2427031"/>
              <a:gd name="connsiteY32" fmla="*/ 1528594 h 1528594"/>
              <a:gd name="connsiteX33" fmla="*/ 1068742 w 2427031"/>
              <a:gd name="connsiteY33" fmla="*/ 1490694 h 1528594"/>
              <a:gd name="connsiteX34" fmla="*/ 1106642 w 2427031"/>
              <a:gd name="connsiteY34" fmla="*/ 1452794 h 1528594"/>
              <a:gd name="connsiteX35" fmla="*/ 892895 w 2427031"/>
              <a:gd name="connsiteY35" fmla="*/ 1452794 h 1528594"/>
              <a:gd name="connsiteX36" fmla="*/ 930795 w 2427031"/>
              <a:gd name="connsiteY36" fmla="*/ 1490694 h 1528594"/>
              <a:gd name="connsiteX37" fmla="*/ 892895 w 2427031"/>
              <a:gd name="connsiteY37" fmla="*/ 1528594 h 1528594"/>
              <a:gd name="connsiteX38" fmla="*/ 854995 w 2427031"/>
              <a:gd name="connsiteY38" fmla="*/ 1490694 h 1528594"/>
              <a:gd name="connsiteX39" fmla="*/ 892895 w 2427031"/>
              <a:gd name="connsiteY39" fmla="*/ 1452794 h 1528594"/>
              <a:gd name="connsiteX40" fmla="*/ 679146 w 2427031"/>
              <a:gd name="connsiteY40" fmla="*/ 1452794 h 1528594"/>
              <a:gd name="connsiteX41" fmla="*/ 717046 w 2427031"/>
              <a:gd name="connsiteY41" fmla="*/ 1490694 h 1528594"/>
              <a:gd name="connsiteX42" fmla="*/ 679146 w 2427031"/>
              <a:gd name="connsiteY42" fmla="*/ 1528594 h 1528594"/>
              <a:gd name="connsiteX43" fmla="*/ 641246 w 2427031"/>
              <a:gd name="connsiteY43" fmla="*/ 1490694 h 1528594"/>
              <a:gd name="connsiteX44" fmla="*/ 679146 w 2427031"/>
              <a:gd name="connsiteY44" fmla="*/ 1452794 h 1528594"/>
              <a:gd name="connsiteX45" fmla="*/ 465397 w 2427031"/>
              <a:gd name="connsiteY45" fmla="*/ 1452794 h 1528594"/>
              <a:gd name="connsiteX46" fmla="*/ 503297 w 2427031"/>
              <a:gd name="connsiteY46" fmla="*/ 1490694 h 1528594"/>
              <a:gd name="connsiteX47" fmla="*/ 465397 w 2427031"/>
              <a:gd name="connsiteY47" fmla="*/ 1528594 h 1528594"/>
              <a:gd name="connsiteX48" fmla="*/ 427497 w 2427031"/>
              <a:gd name="connsiteY48" fmla="*/ 1490694 h 1528594"/>
              <a:gd name="connsiteX49" fmla="*/ 465397 w 2427031"/>
              <a:gd name="connsiteY49" fmla="*/ 1452794 h 1528594"/>
              <a:gd name="connsiteX50" fmla="*/ 251649 w 2427031"/>
              <a:gd name="connsiteY50" fmla="*/ 1452794 h 1528594"/>
              <a:gd name="connsiteX51" fmla="*/ 289549 w 2427031"/>
              <a:gd name="connsiteY51" fmla="*/ 1490694 h 1528594"/>
              <a:gd name="connsiteX52" fmla="*/ 251649 w 2427031"/>
              <a:gd name="connsiteY52" fmla="*/ 1528594 h 1528594"/>
              <a:gd name="connsiteX53" fmla="*/ 213749 w 2427031"/>
              <a:gd name="connsiteY53" fmla="*/ 1490694 h 1528594"/>
              <a:gd name="connsiteX54" fmla="*/ 251649 w 2427031"/>
              <a:gd name="connsiteY54" fmla="*/ 1452794 h 1528594"/>
              <a:gd name="connsiteX55" fmla="*/ 37900 w 2427031"/>
              <a:gd name="connsiteY55" fmla="*/ 1452794 h 1528594"/>
              <a:gd name="connsiteX56" fmla="*/ 75800 w 2427031"/>
              <a:gd name="connsiteY56" fmla="*/ 1490694 h 1528594"/>
              <a:gd name="connsiteX57" fmla="*/ 37900 w 2427031"/>
              <a:gd name="connsiteY57" fmla="*/ 1528594 h 1528594"/>
              <a:gd name="connsiteX58" fmla="*/ 0 w 2427031"/>
              <a:gd name="connsiteY58" fmla="*/ 1490694 h 1528594"/>
              <a:gd name="connsiteX59" fmla="*/ 37900 w 2427031"/>
              <a:gd name="connsiteY59" fmla="*/ 1452794 h 1528594"/>
              <a:gd name="connsiteX60" fmla="*/ 2389131 w 2427031"/>
              <a:gd name="connsiteY60" fmla="*/ 1245252 h 1528594"/>
              <a:gd name="connsiteX61" fmla="*/ 2427031 w 2427031"/>
              <a:gd name="connsiteY61" fmla="*/ 1283152 h 1528594"/>
              <a:gd name="connsiteX62" fmla="*/ 2389131 w 2427031"/>
              <a:gd name="connsiteY62" fmla="*/ 1321052 h 1528594"/>
              <a:gd name="connsiteX63" fmla="*/ 2351231 w 2427031"/>
              <a:gd name="connsiteY63" fmla="*/ 1283152 h 1528594"/>
              <a:gd name="connsiteX64" fmla="*/ 2389131 w 2427031"/>
              <a:gd name="connsiteY64" fmla="*/ 1245252 h 1528594"/>
              <a:gd name="connsiteX65" fmla="*/ 2175384 w 2427031"/>
              <a:gd name="connsiteY65" fmla="*/ 1245252 h 1528594"/>
              <a:gd name="connsiteX66" fmla="*/ 2213284 w 2427031"/>
              <a:gd name="connsiteY66" fmla="*/ 1283152 h 1528594"/>
              <a:gd name="connsiteX67" fmla="*/ 2175384 w 2427031"/>
              <a:gd name="connsiteY67" fmla="*/ 1321052 h 1528594"/>
              <a:gd name="connsiteX68" fmla="*/ 2137484 w 2427031"/>
              <a:gd name="connsiteY68" fmla="*/ 1283152 h 1528594"/>
              <a:gd name="connsiteX69" fmla="*/ 2175384 w 2427031"/>
              <a:gd name="connsiteY69" fmla="*/ 1245252 h 1528594"/>
              <a:gd name="connsiteX70" fmla="*/ 1961635 w 2427031"/>
              <a:gd name="connsiteY70" fmla="*/ 1245252 h 1528594"/>
              <a:gd name="connsiteX71" fmla="*/ 1999535 w 2427031"/>
              <a:gd name="connsiteY71" fmla="*/ 1283152 h 1528594"/>
              <a:gd name="connsiteX72" fmla="*/ 1961635 w 2427031"/>
              <a:gd name="connsiteY72" fmla="*/ 1321052 h 1528594"/>
              <a:gd name="connsiteX73" fmla="*/ 1923735 w 2427031"/>
              <a:gd name="connsiteY73" fmla="*/ 1283152 h 1528594"/>
              <a:gd name="connsiteX74" fmla="*/ 1961635 w 2427031"/>
              <a:gd name="connsiteY74" fmla="*/ 1245252 h 1528594"/>
              <a:gd name="connsiteX75" fmla="*/ 1747886 w 2427031"/>
              <a:gd name="connsiteY75" fmla="*/ 1245252 h 1528594"/>
              <a:gd name="connsiteX76" fmla="*/ 1785786 w 2427031"/>
              <a:gd name="connsiteY76" fmla="*/ 1283152 h 1528594"/>
              <a:gd name="connsiteX77" fmla="*/ 1747886 w 2427031"/>
              <a:gd name="connsiteY77" fmla="*/ 1321052 h 1528594"/>
              <a:gd name="connsiteX78" fmla="*/ 1709986 w 2427031"/>
              <a:gd name="connsiteY78" fmla="*/ 1283152 h 1528594"/>
              <a:gd name="connsiteX79" fmla="*/ 1747886 w 2427031"/>
              <a:gd name="connsiteY79" fmla="*/ 1245252 h 1528594"/>
              <a:gd name="connsiteX80" fmla="*/ 1534138 w 2427031"/>
              <a:gd name="connsiteY80" fmla="*/ 1245252 h 1528594"/>
              <a:gd name="connsiteX81" fmla="*/ 1572038 w 2427031"/>
              <a:gd name="connsiteY81" fmla="*/ 1283152 h 1528594"/>
              <a:gd name="connsiteX82" fmla="*/ 1534138 w 2427031"/>
              <a:gd name="connsiteY82" fmla="*/ 1321052 h 1528594"/>
              <a:gd name="connsiteX83" fmla="*/ 1496238 w 2427031"/>
              <a:gd name="connsiteY83" fmla="*/ 1283152 h 1528594"/>
              <a:gd name="connsiteX84" fmla="*/ 1534138 w 2427031"/>
              <a:gd name="connsiteY84" fmla="*/ 1245252 h 1528594"/>
              <a:gd name="connsiteX85" fmla="*/ 1320389 w 2427031"/>
              <a:gd name="connsiteY85" fmla="*/ 1245252 h 1528594"/>
              <a:gd name="connsiteX86" fmla="*/ 1358289 w 2427031"/>
              <a:gd name="connsiteY86" fmla="*/ 1283152 h 1528594"/>
              <a:gd name="connsiteX87" fmla="*/ 1320389 w 2427031"/>
              <a:gd name="connsiteY87" fmla="*/ 1321052 h 1528594"/>
              <a:gd name="connsiteX88" fmla="*/ 1282489 w 2427031"/>
              <a:gd name="connsiteY88" fmla="*/ 1283152 h 1528594"/>
              <a:gd name="connsiteX89" fmla="*/ 1320389 w 2427031"/>
              <a:gd name="connsiteY89" fmla="*/ 1245252 h 1528594"/>
              <a:gd name="connsiteX90" fmla="*/ 1106642 w 2427031"/>
              <a:gd name="connsiteY90" fmla="*/ 1245252 h 1528594"/>
              <a:gd name="connsiteX91" fmla="*/ 1144542 w 2427031"/>
              <a:gd name="connsiteY91" fmla="*/ 1283152 h 1528594"/>
              <a:gd name="connsiteX92" fmla="*/ 1106642 w 2427031"/>
              <a:gd name="connsiteY92" fmla="*/ 1321052 h 1528594"/>
              <a:gd name="connsiteX93" fmla="*/ 1068742 w 2427031"/>
              <a:gd name="connsiteY93" fmla="*/ 1283152 h 1528594"/>
              <a:gd name="connsiteX94" fmla="*/ 1106642 w 2427031"/>
              <a:gd name="connsiteY94" fmla="*/ 1245252 h 1528594"/>
              <a:gd name="connsiteX95" fmla="*/ 892895 w 2427031"/>
              <a:gd name="connsiteY95" fmla="*/ 1245252 h 1528594"/>
              <a:gd name="connsiteX96" fmla="*/ 930795 w 2427031"/>
              <a:gd name="connsiteY96" fmla="*/ 1283152 h 1528594"/>
              <a:gd name="connsiteX97" fmla="*/ 892895 w 2427031"/>
              <a:gd name="connsiteY97" fmla="*/ 1321052 h 1528594"/>
              <a:gd name="connsiteX98" fmla="*/ 854995 w 2427031"/>
              <a:gd name="connsiteY98" fmla="*/ 1283152 h 1528594"/>
              <a:gd name="connsiteX99" fmla="*/ 892895 w 2427031"/>
              <a:gd name="connsiteY99" fmla="*/ 1245252 h 1528594"/>
              <a:gd name="connsiteX100" fmla="*/ 679146 w 2427031"/>
              <a:gd name="connsiteY100" fmla="*/ 1245252 h 1528594"/>
              <a:gd name="connsiteX101" fmla="*/ 717046 w 2427031"/>
              <a:gd name="connsiteY101" fmla="*/ 1283152 h 1528594"/>
              <a:gd name="connsiteX102" fmla="*/ 679146 w 2427031"/>
              <a:gd name="connsiteY102" fmla="*/ 1321052 h 1528594"/>
              <a:gd name="connsiteX103" fmla="*/ 641246 w 2427031"/>
              <a:gd name="connsiteY103" fmla="*/ 1283152 h 1528594"/>
              <a:gd name="connsiteX104" fmla="*/ 679146 w 2427031"/>
              <a:gd name="connsiteY104" fmla="*/ 1245252 h 1528594"/>
              <a:gd name="connsiteX105" fmla="*/ 465397 w 2427031"/>
              <a:gd name="connsiteY105" fmla="*/ 1245252 h 1528594"/>
              <a:gd name="connsiteX106" fmla="*/ 503297 w 2427031"/>
              <a:gd name="connsiteY106" fmla="*/ 1283152 h 1528594"/>
              <a:gd name="connsiteX107" fmla="*/ 465397 w 2427031"/>
              <a:gd name="connsiteY107" fmla="*/ 1321052 h 1528594"/>
              <a:gd name="connsiteX108" fmla="*/ 427497 w 2427031"/>
              <a:gd name="connsiteY108" fmla="*/ 1283152 h 1528594"/>
              <a:gd name="connsiteX109" fmla="*/ 465397 w 2427031"/>
              <a:gd name="connsiteY109" fmla="*/ 1245252 h 1528594"/>
              <a:gd name="connsiteX110" fmla="*/ 251649 w 2427031"/>
              <a:gd name="connsiteY110" fmla="*/ 1245252 h 1528594"/>
              <a:gd name="connsiteX111" fmla="*/ 289549 w 2427031"/>
              <a:gd name="connsiteY111" fmla="*/ 1283152 h 1528594"/>
              <a:gd name="connsiteX112" fmla="*/ 251649 w 2427031"/>
              <a:gd name="connsiteY112" fmla="*/ 1321052 h 1528594"/>
              <a:gd name="connsiteX113" fmla="*/ 213749 w 2427031"/>
              <a:gd name="connsiteY113" fmla="*/ 1283152 h 1528594"/>
              <a:gd name="connsiteX114" fmla="*/ 251649 w 2427031"/>
              <a:gd name="connsiteY114" fmla="*/ 1245252 h 1528594"/>
              <a:gd name="connsiteX115" fmla="*/ 37900 w 2427031"/>
              <a:gd name="connsiteY115" fmla="*/ 1245252 h 1528594"/>
              <a:gd name="connsiteX116" fmla="*/ 75800 w 2427031"/>
              <a:gd name="connsiteY116" fmla="*/ 1283152 h 1528594"/>
              <a:gd name="connsiteX117" fmla="*/ 37900 w 2427031"/>
              <a:gd name="connsiteY117" fmla="*/ 1321052 h 1528594"/>
              <a:gd name="connsiteX118" fmla="*/ 0 w 2427031"/>
              <a:gd name="connsiteY118" fmla="*/ 1283152 h 1528594"/>
              <a:gd name="connsiteX119" fmla="*/ 37900 w 2427031"/>
              <a:gd name="connsiteY119" fmla="*/ 1245252 h 1528594"/>
              <a:gd name="connsiteX120" fmla="*/ 2389131 w 2427031"/>
              <a:gd name="connsiteY120" fmla="*/ 1037710 h 1528594"/>
              <a:gd name="connsiteX121" fmla="*/ 2427031 w 2427031"/>
              <a:gd name="connsiteY121" fmla="*/ 1075610 h 1528594"/>
              <a:gd name="connsiteX122" fmla="*/ 2389131 w 2427031"/>
              <a:gd name="connsiteY122" fmla="*/ 1113510 h 1528594"/>
              <a:gd name="connsiteX123" fmla="*/ 2351231 w 2427031"/>
              <a:gd name="connsiteY123" fmla="*/ 1075610 h 1528594"/>
              <a:gd name="connsiteX124" fmla="*/ 2389131 w 2427031"/>
              <a:gd name="connsiteY124" fmla="*/ 1037710 h 1528594"/>
              <a:gd name="connsiteX125" fmla="*/ 2175384 w 2427031"/>
              <a:gd name="connsiteY125" fmla="*/ 1037710 h 1528594"/>
              <a:gd name="connsiteX126" fmla="*/ 2213284 w 2427031"/>
              <a:gd name="connsiteY126" fmla="*/ 1075610 h 1528594"/>
              <a:gd name="connsiteX127" fmla="*/ 2175384 w 2427031"/>
              <a:gd name="connsiteY127" fmla="*/ 1113510 h 1528594"/>
              <a:gd name="connsiteX128" fmla="*/ 2137484 w 2427031"/>
              <a:gd name="connsiteY128" fmla="*/ 1075610 h 1528594"/>
              <a:gd name="connsiteX129" fmla="*/ 2175384 w 2427031"/>
              <a:gd name="connsiteY129" fmla="*/ 1037710 h 1528594"/>
              <a:gd name="connsiteX130" fmla="*/ 1961635 w 2427031"/>
              <a:gd name="connsiteY130" fmla="*/ 1037710 h 1528594"/>
              <a:gd name="connsiteX131" fmla="*/ 1999535 w 2427031"/>
              <a:gd name="connsiteY131" fmla="*/ 1075610 h 1528594"/>
              <a:gd name="connsiteX132" fmla="*/ 1961635 w 2427031"/>
              <a:gd name="connsiteY132" fmla="*/ 1113510 h 1528594"/>
              <a:gd name="connsiteX133" fmla="*/ 1923735 w 2427031"/>
              <a:gd name="connsiteY133" fmla="*/ 1075610 h 1528594"/>
              <a:gd name="connsiteX134" fmla="*/ 1961635 w 2427031"/>
              <a:gd name="connsiteY134" fmla="*/ 1037710 h 1528594"/>
              <a:gd name="connsiteX135" fmla="*/ 1747886 w 2427031"/>
              <a:gd name="connsiteY135" fmla="*/ 1037710 h 1528594"/>
              <a:gd name="connsiteX136" fmla="*/ 1785786 w 2427031"/>
              <a:gd name="connsiteY136" fmla="*/ 1075610 h 1528594"/>
              <a:gd name="connsiteX137" fmla="*/ 1747886 w 2427031"/>
              <a:gd name="connsiteY137" fmla="*/ 1113510 h 1528594"/>
              <a:gd name="connsiteX138" fmla="*/ 1709986 w 2427031"/>
              <a:gd name="connsiteY138" fmla="*/ 1075610 h 1528594"/>
              <a:gd name="connsiteX139" fmla="*/ 1747886 w 2427031"/>
              <a:gd name="connsiteY139" fmla="*/ 1037710 h 1528594"/>
              <a:gd name="connsiteX140" fmla="*/ 1534138 w 2427031"/>
              <a:gd name="connsiteY140" fmla="*/ 1037710 h 1528594"/>
              <a:gd name="connsiteX141" fmla="*/ 1572038 w 2427031"/>
              <a:gd name="connsiteY141" fmla="*/ 1075610 h 1528594"/>
              <a:gd name="connsiteX142" fmla="*/ 1534138 w 2427031"/>
              <a:gd name="connsiteY142" fmla="*/ 1113510 h 1528594"/>
              <a:gd name="connsiteX143" fmla="*/ 1496238 w 2427031"/>
              <a:gd name="connsiteY143" fmla="*/ 1075610 h 1528594"/>
              <a:gd name="connsiteX144" fmla="*/ 1534138 w 2427031"/>
              <a:gd name="connsiteY144" fmla="*/ 1037710 h 1528594"/>
              <a:gd name="connsiteX145" fmla="*/ 1320389 w 2427031"/>
              <a:gd name="connsiteY145" fmla="*/ 1037710 h 1528594"/>
              <a:gd name="connsiteX146" fmla="*/ 1358289 w 2427031"/>
              <a:gd name="connsiteY146" fmla="*/ 1075610 h 1528594"/>
              <a:gd name="connsiteX147" fmla="*/ 1320389 w 2427031"/>
              <a:gd name="connsiteY147" fmla="*/ 1113510 h 1528594"/>
              <a:gd name="connsiteX148" fmla="*/ 1282489 w 2427031"/>
              <a:gd name="connsiteY148" fmla="*/ 1075610 h 1528594"/>
              <a:gd name="connsiteX149" fmla="*/ 1320389 w 2427031"/>
              <a:gd name="connsiteY149" fmla="*/ 1037710 h 1528594"/>
              <a:gd name="connsiteX150" fmla="*/ 1106642 w 2427031"/>
              <a:gd name="connsiteY150" fmla="*/ 1037710 h 1528594"/>
              <a:gd name="connsiteX151" fmla="*/ 1144542 w 2427031"/>
              <a:gd name="connsiteY151" fmla="*/ 1075610 h 1528594"/>
              <a:gd name="connsiteX152" fmla="*/ 1106642 w 2427031"/>
              <a:gd name="connsiteY152" fmla="*/ 1113510 h 1528594"/>
              <a:gd name="connsiteX153" fmla="*/ 1068742 w 2427031"/>
              <a:gd name="connsiteY153" fmla="*/ 1075610 h 1528594"/>
              <a:gd name="connsiteX154" fmla="*/ 1106642 w 2427031"/>
              <a:gd name="connsiteY154" fmla="*/ 1037710 h 1528594"/>
              <a:gd name="connsiteX155" fmla="*/ 892895 w 2427031"/>
              <a:gd name="connsiteY155" fmla="*/ 1037710 h 1528594"/>
              <a:gd name="connsiteX156" fmla="*/ 930795 w 2427031"/>
              <a:gd name="connsiteY156" fmla="*/ 1075610 h 1528594"/>
              <a:gd name="connsiteX157" fmla="*/ 892895 w 2427031"/>
              <a:gd name="connsiteY157" fmla="*/ 1113510 h 1528594"/>
              <a:gd name="connsiteX158" fmla="*/ 854995 w 2427031"/>
              <a:gd name="connsiteY158" fmla="*/ 1075610 h 1528594"/>
              <a:gd name="connsiteX159" fmla="*/ 892895 w 2427031"/>
              <a:gd name="connsiteY159" fmla="*/ 1037710 h 1528594"/>
              <a:gd name="connsiteX160" fmla="*/ 679146 w 2427031"/>
              <a:gd name="connsiteY160" fmla="*/ 1037710 h 1528594"/>
              <a:gd name="connsiteX161" fmla="*/ 717046 w 2427031"/>
              <a:gd name="connsiteY161" fmla="*/ 1075610 h 1528594"/>
              <a:gd name="connsiteX162" fmla="*/ 679146 w 2427031"/>
              <a:gd name="connsiteY162" fmla="*/ 1113510 h 1528594"/>
              <a:gd name="connsiteX163" fmla="*/ 641246 w 2427031"/>
              <a:gd name="connsiteY163" fmla="*/ 1075610 h 1528594"/>
              <a:gd name="connsiteX164" fmla="*/ 679146 w 2427031"/>
              <a:gd name="connsiteY164" fmla="*/ 1037710 h 1528594"/>
              <a:gd name="connsiteX165" fmla="*/ 465397 w 2427031"/>
              <a:gd name="connsiteY165" fmla="*/ 1037710 h 1528594"/>
              <a:gd name="connsiteX166" fmla="*/ 503297 w 2427031"/>
              <a:gd name="connsiteY166" fmla="*/ 1075610 h 1528594"/>
              <a:gd name="connsiteX167" fmla="*/ 465397 w 2427031"/>
              <a:gd name="connsiteY167" fmla="*/ 1113510 h 1528594"/>
              <a:gd name="connsiteX168" fmla="*/ 427497 w 2427031"/>
              <a:gd name="connsiteY168" fmla="*/ 1075610 h 1528594"/>
              <a:gd name="connsiteX169" fmla="*/ 465397 w 2427031"/>
              <a:gd name="connsiteY169" fmla="*/ 1037710 h 1528594"/>
              <a:gd name="connsiteX170" fmla="*/ 251649 w 2427031"/>
              <a:gd name="connsiteY170" fmla="*/ 1037710 h 1528594"/>
              <a:gd name="connsiteX171" fmla="*/ 289549 w 2427031"/>
              <a:gd name="connsiteY171" fmla="*/ 1075610 h 1528594"/>
              <a:gd name="connsiteX172" fmla="*/ 251649 w 2427031"/>
              <a:gd name="connsiteY172" fmla="*/ 1113510 h 1528594"/>
              <a:gd name="connsiteX173" fmla="*/ 213749 w 2427031"/>
              <a:gd name="connsiteY173" fmla="*/ 1075610 h 1528594"/>
              <a:gd name="connsiteX174" fmla="*/ 251649 w 2427031"/>
              <a:gd name="connsiteY174" fmla="*/ 1037710 h 1528594"/>
              <a:gd name="connsiteX175" fmla="*/ 37900 w 2427031"/>
              <a:gd name="connsiteY175" fmla="*/ 1037710 h 1528594"/>
              <a:gd name="connsiteX176" fmla="*/ 75800 w 2427031"/>
              <a:gd name="connsiteY176" fmla="*/ 1075610 h 1528594"/>
              <a:gd name="connsiteX177" fmla="*/ 37900 w 2427031"/>
              <a:gd name="connsiteY177" fmla="*/ 1113510 h 1528594"/>
              <a:gd name="connsiteX178" fmla="*/ 0 w 2427031"/>
              <a:gd name="connsiteY178" fmla="*/ 1075610 h 1528594"/>
              <a:gd name="connsiteX179" fmla="*/ 37900 w 2427031"/>
              <a:gd name="connsiteY179" fmla="*/ 1037710 h 1528594"/>
              <a:gd name="connsiteX180" fmla="*/ 2389131 w 2427031"/>
              <a:gd name="connsiteY180" fmla="*/ 830168 h 1528594"/>
              <a:gd name="connsiteX181" fmla="*/ 2427031 w 2427031"/>
              <a:gd name="connsiteY181" fmla="*/ 868068 h 1528594"/>
              <a:gd name="connsiteX182" fmla="*/ 2389131 w 2427031"/>
              <a:gd name="connsiteY182" fmla="*/ 905968 h 1528594"/>
              <a:gd name="connsiteX183" fmla="*/ 2351231 w 2427031"/>
              <a:gd name="connsiteY183" fmla="*/ 868068 h 1528594"/>
              <a:gd name="connsiteX184" fmla="*/ 2389131 w 2427031"/>
              <a:gd name="connsiteY184" fmla="*/ 830168 h 1528594"/>
              <a:gd name="connsiteX185" fmla="*/ 2175384 w 2427031"/>
              <a:gd name="connsiteY185" fmla="*/ 830168 h 1528594"/>
              <a:gd name="connsiteX186" fmla="*/ 2213284 w 2427031"/>
              <a:gd name="connsiteY186" fmla="*/ 868068 h 1528594"/>
              <a:gd name="connsiteX187" fmla="*/ 2175384 w 2427031"/>
              <a:gd name="connsiteY187" fmla="*/ 905968 h 1528594"/>
              <a:gd name="connsiteX188" fmla="*/ 2137484 w 2427031"/>
              <a:gd name="connsiteY188" fmla="*/ 868068 h 1528594"/>
              <a:gd name="connsiteX189" fmla="*/ 2175384 w 2427031"/>
              <a:gd name="connsiteY189" fmla="*/ 830168 h 1528594"/>
              <a:gd name="connsiteX190" fmla="*/ 1961635 w 2427031"/>
              <a:gd name="connsiteY190" fmla="*/ 830168 h 1528594"/>
              <a:gd name="connsiteX191" fmla="*/ 1999535 w 2427031"/>
              <a:gd name="connsiteY191" fmla="*/ 868068 h 1528594"/>
              <a:gd name="connsiteX192" fmla="*/ 1961635 w 2427031"/>
              <a:gd name="connsiteY192" fmla="*/ 905968 h 1528594"/>
              <a:gd name="connsiteX193" fmla="*/ 1923735 w 2427031"/>
              <a:gd name="connsiteY193" fmla="*/ 868068 h 1528594"/>
              <a:gd name="connsiteX194" fmla="*/ 1961635 w 2427031"/>
              <a:gd name="connsiteY194" fmla="*/ 830168 h 1528594"/>
              <a:gd name="connsiteX195" fmla="*/ 1747886 w 2427031"/>
              <a:gd name="connsiteY195" fmla="*/ 830168 h 1528594"/>
              <a:gd name="connsiteX196" fmla="*/ 1785786 w 2427031"/>
              <a:gd name="connsiteY196" fmla="*/ 868068 h 1528594"/>
              <a:gd name="connsiteX197" fmla="*/ 1747886 w 2427031"/>
              <a:gd name="connsiteY197" fmla="*/ 905968 h 1528594"/>
              <a:gd name="connsiteX198" fmla="*/ 1709986 w 2427031"/>
              <a:gd name="connsiteY198" fmla="*/ 868068 h 1528594"/>
              <a:gd name="connsiteX199" fmla="*/ 1747886 w 2427031"/>
              <a:gd name="connsiteY199" fmla="*/ 830168 h 1528594"/>
              <a:gd name="connsiteX200" fmla="*/ 1534138 w 2427031"/>
              <a:gd name="connsiteY200" fmla="*/ 830168 h 1528594"/>
              <a:gd name="connsiteX201" fmla="*/ 1572038 w 2427031"/>
              <a:gd name="connsiteY201" fmla="*/ 868068 h 1528594"/>
              <a:gd name="connsiteX202" fmla="*/ 1534138 w 2427031"/>
              <a:gd name="connsiteY202" fmla="*/ 905968 h 1528594"/>
              <a:gd name="connsiteX203" fmla="*/ 1496238 w 2427031"/>
              <a:gd name="connsiteY203" fmla="*/ 868068 h 1528594"/>
              <a:gd name="connsiteX204" fmla="*/ 1534138 w 2427031"/>
              <a:gd name="connsiteY204" fmla="*/ 830168 h 1528594"/>
              <a:gd name="connsiteX205" fmla="*/ 1320389 w 2427031"/>
              <a:gd name="connsiteY205" fmla="*/ 830168 h 1528594"/>
              <a:gd name="connsiteX206" fmla="*/ 1358289 w 2427031"/>
              <a:gd name="connsiteY206" fmla="*/ 868068 h 1528594"/>
              <a:gd name="connsiteX207" fmla="*/ 1320389 w 2427031"/>
              <a:gd name="connsiteY207" fmla="*/ 905968 h 1528594"/>
              <a:gd name="connsiteX208" fmla="*/ 1282489 w 2427031"/>
              <a:gd name="connsiteY208" fmla="*/ 868068 h 1528594"/>
              <a:gd name="connsiteX209" fmla="*/ 1320389 w 2427031"/>
              <a:gd name="connsiteY209" fmla="*/ 830168 h 1528594"/>
              <a:gd name="connsiteX210" fmla="*/ 1106642 w 2427031"/>
              <a:gd name="connsiteY210" fmla="*/ 830168 h 1528594"/>
              <a:gd name="connsiteX211" fmla="*/ 1144542 w 2427031"/>
              <a:gd name="connsiteY211" fmla="*/ 868068 h 1528594"/>
              <a:gd name="connsiteX212" fmla="*/ 1106642 w 2427031"/>
              <a:gd name="connsiteY212" fmla="*/ 905968 h 1528594"/>
              <a:gd name="connsiteX213" fmla="*/ 1068742 w 2427031"/>
              <a:gd name="connsiteY213" fmla="*/ 868068 h 1528594"/>
              <a:gd name="connsiteX214" fmla="*/ 1106642 w 2427031"/>
              <a:gd name="connsiteY214" fmla="*/ 830168 h 1528594"/>
              <a:gd name="connsiteX215" fmla="*/ 892895 w 2427031"/>
              <a:gd name="connsiteY215" fmla="*/ 830168 h 1528594"/>
              <a:gd name="connsiteX216" fmla="*/ 930795 w 2427031"/>
              <a:gd name="connsiteY216" fmla="*/ 868068 h 1528594"/>
              <a:gd name="connsiteX217" fmla="*/ 892895 w 2427031"/>
              <a:gd name="connsiteY217" fmla="*/ 905968 h 1528594"/>
              <a:gd name="connsiteX218" fmla="*/ 854995 w 2427031"/>
              <a:gd name="connsiteY218" fmla="*/ 868068 h 1528594"/>
              <a:gd name="connsiteX219" fmla="*/ 892895 w 2427031"/>
              <a:gd name="connsiteY219" fmla="*/ 830168 h 1528594"/>
              <a:gd name="connsiteX220" fmla="*/ 679146 w 2427031"/>
              <a:gd name="connsiteY220" fmla="*/ 830168 h 1528594"/>
              <a:gd name="connsiteX221" fmla="*/ 717046 w 2427031"/>
              <a:gd name="connsiteY221" fmla="*/ 868068 h 1528594"/>
              <a:gd name="connsiteX222" fmla="*/ 679146 w 2427031"/>
              <a:gd name="connsiteY222" fmla="*/ 905968 h 1528594"/>
              <a:gd name="connsiteX223" fmla="*/ 641246 w 2427031"/>
              <a:gd name="connsiteY223" fmla="*/ 868068 h 1528594"/>
              <a:gd name="connsiteX224" fmla="*/ 679146 w 2427031"/>
              <a:gd name="connsiteY224" fmla="*/ 830168 h 1528594"/>
              <a:gd name="connsiteX225" fmla="*/ 465397 w 2427031"/>
              <a:gd name="connsiteY225" fmla="*/ 830168 h 1528594"/>
              <a:gd name="connsiteX226" fmla="*/ 503297 w 2427031"/>
              <a:gd name="connsiteY226" fmla="*/ 868068 h 1528594"/>
              <a:gd name="connsiteX227" fmla="*/ 465397 w 2427031"/>
              <a:gd name="connsiteY227" fmla="*/ 905968 h 1528594"/>
              <a:gd name="connsiteX228" fmla="*/ 427497 w 2427031"/>
              <a:gd name="connsiteY228" fmla="*/ 868068 h 1528594"/>
              <a:gd name="connsiteX229" fmla="*/ 465397 w 2427031"/>
              <a:gd name="connsiteY229" fmla="*/ 830168 h 1528594"/>
              <a:gd name="connsiteX230" fmla="*/ 251649 w 2427031"/>
              <a:gd name="connsiteY230" fmla="*/ 830168 h 1528594"/>
              <a:gd name="connsiteX231" fmla="*/ 289549 w 2427031"/>
              <a:gd name="connsiteY231" fmla="*/ 868068 h 1528594"/>
              <a:gd name="connsiteX232" fmla="*/ 251649 w 2427031"/>
              <a:gd name="connsiteY232" fmla="*/ 905968 h 1528594"/>
              <a:gd name="connsiteX233" fmla="*/ 213749 w 2427031"/>
              <a:gd name="connsiteY233" fmla="*/ 868068 h 1528594"/>
              <a:gd name="connsiteX234" fmla="*/ 251649 w 2427031"/>
              <a:gd name="connsiteY234" fmla="*/ 830168 h 1528594"/>
              <a:gd name="connsiteX235" fmla="*/ 37900 w 2427031"/>
              <a:gd name="connsiteY235" fmla="*/ 830168 h 1528594"/>
              <a:gd name="connsiteX236" fmla="*/ 75800 w 2427031"/>
              <a:gd name="connsiteY236" fmla="*/ 868068 h 1528594"/>
              <a:gd name="connsiteX237" fmla="*/ 37900 w 2427031"/>
              <a:gd name="connsiteY237" fmla="*/ 905968 h 1528594"/>
              <a:gd name="connsiteX238" fmla="*/ 0 w 2427031"/>
              <a:gd name="connsiteY238" fmla="*/ 868068 h 1528594"/>
              <a:gd name="connsiteX239" fmla="*/ 37900 w 2427031"/>
              <a:gd name="connsiteY239" fmla="*/ 830168 h 1528594"/>
              <a:gd name="connsiteX240" fmla="*/ 2389131 w 2427031"/>
              <a:gd name="connsiteY240" fmla="*/ 622626 h 1528594"/>
              <a:gd name="connsiteX241" fmla="*/ 2427031 w 2427031"/>
              <a:gd name="connsiteY241" fmla="*/ 660526 h 1528594"/>
              <a:gd name="connsiteX242" fmla="*/ 2389131 w 2427031"/>
              <a:gd name="connsiteY242" fmla="*/ 698426 h 1528594"/>
              <a:gd name="connsiteX243" fmla="*/ 2351231 w 2427031"/>
              <a:gd name="connsiteY243" fmla="*/ 660526 h 1528594"/>
              <a:gd name="connsiteX244" fmla="*/ 2389131 w 2427031"/>
              <a:gd name="connsiteY244" fmla="*/ 622626 h 1528594"/>
              <a:gd name="connsiteX245" fmla="*/ 2175384 w 2427031"/>
              <a:gd name="connsiteY245" fmla="*/ 622626 h 1528594"/>
              <a:gd name="connsiteX246" fmla="*/ 2213284 w 2427031"/>
              <a:gd name="connsiteY246" fmla="*/ 660526 h 1528594"/>
              <a:gd name="connsiteX247" fmla="*/ 2175384 w 2427031"/>
              <a:gd name="connsiteY247" fmla="*/ 698426 h 1528594"/>
              <a:gd name="connsiteX248" fmla="*/ 2137484 w 2427031"/>
              <a:gd name="connsiteY248" fmla="*/ 660526 h 1528594"/>
              <a:gd name="connsiteX249" fmla="*/ 2175384 w 2427031"/>
              <a:gd name="connsiteY249" fmla="*/ 622626 h 1528594"/>
              <a:gd name="connsiteX250" fmla="*/ 1961635 w 2427031"/>
              <a:gd name="connsiteY250" fmla="*/ 622626 h 1528594"/>
              <a:gd name="connsiteX251" fmla="*/ 1999535 w 2427031"/>
              <a:gd name="connsiteY251" fmla="*/ 660526 h 1528594"/>
              <a:gd name="connsiteX252" fmla="*/ 1961635 w 2427031"/>
              <a:gd name="connsiteY252" fmla="*/ 698426 h 1528594"/>
              <a:gd name="connsiteX253" fmla="*/ 1923735 w 2427031"/>
              <a:gd name="connsiteY253" fmla="*/ 660526 h 1528594"/>
              <a:gd name="connsiteX254" fmla="*/ 1961635 w 2427031"/>
              <a:gd name="connsiteY254" fmla="*/ 622626 h 1528594"/>
              <a:gd name="connsiteX255" fmla="*/ 1747886 w 2427031"/>
              <a:gd name="connsiteY255" fmla="*/ 622626 h 1528594"/>
              <a:gd name="connsiteX256" fmla="*/ 1785786 w 2427031"/>
              <a:gd name="connsiteY256" fmla="*/ 660526 h 1528594"/>
              <a:gd name="connsiteX257" fmla="*/ 1747886 w 2427031"/>
              <a:gd name="connsiteY257" fmla="*/ 698426 h 1528594"/>
              <a:gd name="connsiteX258" fmla="*/ 1709986 w 2427031"/>
              <a:gd name="connsiteY258" fmla="*/ 660526 h 1528594"/>
              <a:gd name="connsiteX259" fmla="*/ 1747886 w 2427031"/>
              <a:gd name="connsiteY259" fmla="*/ 622626 h 1528594"/>
              <a:gd name="connsiteX260" fmla="*/ 1534138 w 2427031"/>
              <a:gd name="connsiteY260" fmla="*/ 622626 h 1528594"/>
              <a:gd name="connsiteX261" fmla="*/ 1572038 w 2427031"/>
              <a:gd name="connsiteY261" fmla="*/ 660526 h 1528594"/>
              <a:gd name="connsiteX262" fmla="*/ 1534138 w 2427031"/>
              <a:gd name="connsiteY262" fmla="*/ 698426 h 1528594"/>
              <a:gd name="connsiteX263" fmla="*/ 1496238 w 2427031"/>
              <a:gd name="connsiteY263" fmla="*/ 660526 h 1528594"/>
              <a:gd name="connsiteX264" fmla="*/ 1534138 w 2427031"/>
              <a:gd name="connsiteY264" fmla="*/ 622626 h 1528594"/>
              <a:gd name="connsiteX265" fmla="*/ 1320389 w 2427031"/>
              <a:gd name="connsiteY265" fmla="*/ 622626 h 1528594"/>
              <a:gd name="connsiteX266" fmla="*/ 1358289 w 2427031"/>
              <a:gd name="connsiteY266" fmla="*/ 660526 h 1528594"/>
              <a:gd name="connsiteX267" fmla="*/ 1320389 w 2427031"/>
              <a:gd name="connsiteY267" fmla="*/ 698426 h 1528594"/>
              <a:gd name="connsiteX268" fmla="*/ 1282489 w 2427031"/>
              <a:gd name="connsiteY268" fmla="*/ 660526 h 1528594"/>
              <a:gd name="connsiteX269" fmla="*/ 1320389 w 2427031"/>
              <a:gd name="connsiteY269" fmla="*/ 622626 h 1528594"/>
              <a:gd name="connsiteX270" fmla="*/ 1106642 w 2427031"/>
              <a:gd name="connsiteY270" fmla="*/ 622626 h 1528594"/>
              <a:gd name="connsiteX271" fmla="*/ 1144542 w 2427031"/>
              <a:gd name="connsiteY271" fmla="*/ 660526 h 1528594"/>
              <a:gd name="connsiteX272" fmla="*/ 1106642 w 2427031"/>
              <a:gd name="connsiteY272" fmla="*/ 698426 h 1528594"/>
              <a:gd name="connsiteX273" fmla="*/ 1068742 w 2427031"/>
              <a:gd name="connsiteY273" fmla="*/ 660526 h 1528594"/>
              <a:gd name="connsiteX274" fmla="*/ 1106642 w 2427031"/>
              <a:gd name="connsiteY274" fmla="*/ 622626 h 1528594"/>
              <a:gd name="connsiteX275" fmla="*/ 892895 w 2427031"/>
              <a:gd name="connsiteY275" fmla="*/ 622626 h 1528594"/>
              <a:gd name="connsiteX276" fmla="*/ 930795 w 2427031"/>
              <a:gd name="connsiteY276" fmla="*/ 660526 h 1528594"/>
              <a:gd name="connsiteX277" fmla="*/ 892895 w 2427031"/>
              <a:gd name="connsiteY277" fmla="*/ 698426 h 1528594"/>
              <a:gd name="connsiteX278" fmla="*/ 854995 w 2427031"/>
              <a:gd name="connsiteY278" fmla="*/ 660526 h 1528594"/>
              <a:gd name="connsiteX279" fmla="*/ 892895 w 2427031"/>
              <a:gd name="connsiteY279" fmla="*/ 622626 h 1528594"/>
              <a:gd name="connsiteX280" fmla="*/ 679146 w 2427031"/>
              <a:gd name="connsiteY280" fmla="*/ 622626 h 1528594"/>
              <a:gd name="connsiteX281" fmla="*/ 717046 w 2427031"/>
              <a:gd name="connsiteY281" fmla="*/ 660526 h 1528594"/>
              <a:gd name="connsiteX282" fmla="*/ 679146 w 2427031"/>
              <a:gd name="connsiteY282" fmla="*/ 698426 h 1528594"/>
              <a:gd name="connsiteX283" fmla="*/ 641246 w 2427031"/>
              <a:gd name="connsiteY283" fmla="*/ 660526 h 1528594"/>
              <a:gd name="connsiteX284" fmla="*/ 679146 w 2427031"/>
              <a:gd name="connsiteY284" fmla="*/ 622626 h 1528594"/>
              <a:gd name="connsiteX285" fmla="*/ 465397 w 2427031"/>
              <a:gd name="connsiteY285" fmla="*/ 622626 h 1528594"/>
              <a:gd name="connsiteX286" fmla="*/ 503297 w 2427031"/>
              <a:gd name="connsiteY286" fmla="*/ 660526 h 1528594"/>
              <a:gd name="connsiteX287" fmla="*/ 465397 w 2427031"/>
              <a:gd name="connsiteY287" fmla="*/ 698426 h 1528594"/>
              <a:gd name="connsiteX288" fmla="*/ 427497 w 2427031"/>
              <a:gd name="connsiteY288" fmla="*/ 660526 h 1528594"/>
              <a:gd name="connsiteX289" fmla="*/ 465397 w 2427031"/>
              <a:gd name="connsiteY289" fmla="*/ 622626 h 1528594"/>
              <a:gd name="connsiteX290" fmla="*/ 251649 w 2427031"/>
              <a:gd name="connsiteY290" fmla="*/ 622626 h 1528594"/>
              <a:gd name="connsiteX291" fmla="*/ 289549 w 2427031"/>
              <a:gd name="connsiteY291" fmla="*/ 660526 h 1528594"/>
              <a:gd name="connsiteX292" fmla="*/ 251649 w 2427031"/>
              <a:gd name="connsiteY292" fmla="*/ 698426 h 1528594"/>
              <a:gd name="connsiteX293" fmla="*/ 213749 w 2427031"/>
              <a:gd name="connsiteY293" fmla="*/ 660526 h 1528594"/>
              <a:gd name="connsiteX294" fmla="*/ 251649 w 2427031"/>
              <a:gd name="connsiteY294" fmla="*/ 622626 h 1528594"/>
              <a:gd name="connsiteX295" fmla="*/ 37900 w 2427031"/>
              <a:gd name="connsiteY295" fmla="*/ 622626 h 1528594"/>
              <a:gd name="connsiteX296" fmla="*/ 75800 w 2427031"/>
              <a:gd name="connsiteY296" fmla="*/ 660526 h 1528594"/>
              <a:gd name="connsiteX297" fmla="*/ 37900 w 2427031"/>
              <a:gd name="connsiteY297" fmla="*/ 698426 h 1528594"/>
              <a:gd name="connsiteX298" fmla="*/ 0 w 2427031"/>
              <a:gd name="connsiteY298" fmla="*/ 660526 h 1528594"/>
              <a:gd name="connsiteX299" fmla="*/ 37900 w 2427031"/>
              <a:gd name="connsiteY299" fmla="*/ 622626 h 1528594"/>
              <a:gd name="connsiteX300" fmla="*/ 2389131 w 2427031"/>
              <a:gd name="connsiteY300" fmla="*/ 415084 h 1528594"/>
              <a:gd name="connsiteX301" fmla="*/ 2427031 w 2427031"/>
              <a:gd name="connsiteY301" fmla="*/ 452984 h 1528594"/>
              <a:gd name="connsiteX302" fmla="*/ 2389131 w 2427031"/>
              <a:gd name="connsiteY302" fmla="*/ 490884 h 1528594"/>
              <a:gd name="connsiteX303" fmla="*/ 2351231 w 2427031"/>
              <a:gd name="connsiteY303" fmla="*/ 452984 h 1528594"/>
              <a:gd name="connsiteX304" fmla="*/ 2389131 w 2427031"/>
              <a:gd name="connsiteY304" fmla="*/ 415084 h 1528594"/>
              <a:gd name="connsiteX305" fmla="*/ 2175384 w 2427031"/>
              <a:gd name="connsiteY305" fmla="*/ 415084 h 1528594"/>
              <a:gd name="connsiteX306" fmla="*/ 2213284 w 2427031"/>
              <a:gd name="connsiteY306" fmla="*/ 452984 h 1528594"/>
              <a:gd name="connsiteX307" fmla="*/ 2175384 w 2427031"/>
              <a:gd name="connsiteY307" fmla="*/ 490884 h 1528594"/>
              <a:gd name="connsiteX308" fmla="*/ 2137484 w 2427031"/>
              <a:gd name="connsiteY308" fmla="*/ 452984 h 1528594"/>
              <a:gd name="connsiteX309" fmla="*/ 2175384 w 2427031"/>
              <a:gd name="connsiteY309" fmla="*/ 415084 h 1528594"/>
              <a:gd name="connsiteX310" fmla="*/ 1961635 w 2427031"/>
              <a:gd name="connsiteY310" fmla="*/ 415084 h 1528594"/>
              <a:gd name="connsiteX311" fmla="*/ 1999535 w 2427031"/>
              <a:gd name="connsiteY311" fmla="*/ 452984 h 1528594"/>
              <a:gd name="connsiteX312" fmla="*/ 1961635 w 2427031"/>
              <a:gd name="connsiteY312" fmla="*/ 490884 h 1528594"/>
              <a:gd name="connsiteX313" fmla="*/ 1923735 w 2427031"/>
              <a:gd name="connsiteY313" fmla="*/ 452984 h 1528594"/>
              <a:gd name="connsiteX314" fmla="*/ 1961635 w 2427031"/>
              <a:gd name="connsiteY314" fmla="*/ 415084 h 1528594"/>
              <a:gd name="connsiteX315" fmla="*/ 1747886 w 2427031"/>
              <a:gd name="connsiteY315" fmla="*/ 415084 h 1528594"/>
              <a:gd name="connsiteX316" fmla="*/ 1785786 w 2427031"/>
              <a:gd name="connsiteY316" fmla="*/ 452984 h 1528594"/>
              <a:gd name="connsiteX317" fmla="*/ 1747886 w 2427031"/>
              <a:gd name="connsiteY317" fmla="*/ 490884 h 1528594"/>
              <a:gd name="connsiteX318" fmla="*/ 1709986 w 2427031"/>
              <a:gd name="connsiteY318" fmla="*/ 452984 h 1528594"/>
              <a:gd name="connsiteX319" fmla="*/ 1747886 w 2427031"/>
              <a:gd name="connsiteY319" fmla="*/ 415084 h 1528594"/>
              <a:gd name="connsiteX320" fmla="*/ 1534138 w 2427031"/>
              <a:gd name="connsiteY320" fmla="*/ 415084 h 1528594"/>
              <a:gd name="connsiteX321" fmla="*/ 1572038 w 2427031"/>
              <a:gd name="connsiteY321" fmla="*/ 452984 h 1528594"/>
              <a:gd name="connsiteX322" fmla="*/ 1534138 w 2427031"/>
              <a:gd name="connsiteY322" fmla="*/ 490884 h 1528594"/>
              <a:gd name="connsiteX323" fmla="*/ 1496238 w 2427031"/>
              <a:gd name="connsiteY323" fmla="*/ 452984 h 1528594"/>
              <a:gd name="connsiteX324" fmla="*/ 1534138 w 2427031"/>
              <a:gd name="connsiteY324" fmla="*/ 415084 h 1528594"/>
              <a:gd name="connsiteX325" fmla="*/ 1320389 w 2427031"/>
              <a:gd name="connsiteY325" fmla="*/ 415084 h 1528594"/>
              <a:gd name="connsiteX326" fmla="*/ 1358289 w 2427031"/>
              <a:gd name="connsiteY326" fmla="*/ 452984 h 1528594"/>
              <a:gd name="connsiteX327" fmla="*/ 1320389 w 2427031"/>
              <a:gd name="connsiteY327" fmla="*/ 490884 h 1528594"/>
              <a:gd name="connsiteX328" fmla="*/ 1282489 w 2427031"/>
              <a:gd name="connsiteY328" fmla="*/ 452984 h 1528594"/>
              <a:gd name="connsiteX329" fmla="*/ 1320389 w 2427031"/>
              <a:gd name="connsiteY329" fmla="*/ 415084 h 1528594"/>
              <a:gd name="connsiteX330" fmla="*/ 1106642 w 2427031"/>
              <a:gd name="connsiteY330" fmla="*/ 415084 h 1528594"/>
              <a:gd name="connsiteX331" fmla="*/ 1144542 w 2427031"/>
              <a:gd name="connsiteY331" fmla="*/ 452984 h 1528594"/>
              <a:gd name="connsiteX332" fmla="*/ 1106642 w 2427031"/>
              <a:gd name="connsiteY332" fmla="*/ 490884 h 1528594"/>
              <a:gd name="connsiteX333" fmla="*/ 1068742 w 2427031"/>
              <a:gd name="connsiteY333" fmla="*/ 452984 h 1528594"/>
              <a:gd name="connsiteX334" fmla="*/ 1106642 w 2427031"/>
              <a:gd name="connsiteY334" fmla="*/ 415084 h 1528594"/>
              <a:gd name="connsiteX335" fmla="*/ 892895 w 2427031"/>
              <a:gd name="connsiteY335" fmla="*/ 415084 h 1528594"/>
              <a:gd name="connsiteX336" fmla="*/ 930795 w 2427031"/>
              <a:gd name="connsiteY336" fmla="*/ 452984 h 1528594"/>
              <a:gd name="connsiteX337" fmla="*/ 892895 w 2427031"/>
              <a:gd name="connsiteY337" fmla="*/ 490884 h 1528594"/>
              <a:gd name="connsiteX338" fmla="*/ 854995 w 2427031"/>
              <a:gd name="connsiteY338" fmla="*/ 452984 h 1528594"/>
              <a:gd name="connsiteX339" fmla="*/ 892895 w 2427031"/>
              <a:gd name="connsiteY339" fmla="*/ 415084 h 1528594"/>
              <a:gd name="connsiteX340" fmla="*/ 679146 w 2427031"/>
              <a:gd name="connsiteY340" fmla="*/ 415084 h 1528594"/>
              <a:gd name="connsiteX341" fmla="*/ 717046 w 2427031"/>
              <a:gd name="connsiteY341" fmla="*/ 452984 h 1528594"/>
              <a:gd name="connsiteX342" fmla="*/ 679146 w 2427031"/>
              <a:gd name="connsiteY342" fmla="*/ 490884 h 1528594"/>
              <a:gd name="connsiteX343" fmla="*/ 641246 w 2427031"/>
              <a:gd name="connsiteY343" fmla="*/ 452984 h 1528594"/>
              <a:gd name="connsiteX344" fmla="*/ 679146 w 2427031"/>
              <a:gd name="connsiteY344" fmla="*/ 415084 h 1528594"/>
              <a:gd name="connsiteX345" fmla="*/ 465397 w 2427031"/>
              <a:gd name="connsiteY345" fmla="*/ 415084 h 1528594"/>
              <a:gd name="connsiteX346" fmla="*/ 503297 w 2427031"/>
              <a:gd name="connsiteY346" fmla="*/ 452984 h 1528594"/>
              <a:gd name="connsiteX347" fmla="*/ 465397 w 2427031"/>
              <a:gd name="connsiteY347" fmla="*/ 490884 h 1528594"/>
              <a:gd name="connsiteX348" fmla="*/ 427497 w 2427031"/>
              <a:gd name="connsiteY348" fmla="*/ 452984 h 1528594"/>
              <a:gd name="connsiteX349" fmla="*/ 465397 w 2427031"/>
              <a:gd name="connsiteY349" fmla="*/ 415084 h 1528594"/>
              <a:gd name="connsiteX350" fmla="*/ 251649 w 2427031"/>
              <a:gd name="connsiteY350" fmla="*/ 415084 h 1528594"/>
              <a:gd name="connsiteX351" fmla="*/ 289549 w 2427031"/>
              <a:gd name="connsiteY351" fmla="*/ 452984 h 1528594"/>
              <a:gd name="connsiteX352" fmla="*/ 251649 w 2427031"/>
              <a:gd name="connsiteY352" fmla="*/ 490884 h 1528594"/>
              <a:gd name="connsiteX353" fmla="*/ 213749 w 2427031"/>
              <a:gd name="connsiteY353" fmla="*/ 452984 h 1528594"/>
              <a:gd name="connsiteX354" fmla="*/ 251649 w 2427031"/>
              <a:gd name="connsiteY354" fmla="*/ 415084 h 1528594"/>
              <a:gd name="connsiteX355" fmla="*/ 37900 w 2427031"/>
              <a:gd name="connsiteY355" fmla="*/ 415084 h 1528594"/>
              <a:gd name="connsiteX356" fmla="*/ 75800 w 2427031"/>
              <a:gd name="connsiteY356" fmla="*/ 452984 h 1528594"/>
              <a:gd name="connsiteX357" fmla="*/ 37900 w 2427031"/>
              <a:gd name="connsiteY357" fmla="*/ 490884 h 1528594"/>
              <a:gd name="connsiteX358" fmla="*/ 0 w 2427031"/>
              <a:gd name="connsiteY358" fmla="*/ 452984 h 1528594"/>
              <a:gd name="connsiteX359" fmla="*/ 37900 w 2427031"/>
              <a:gd name="connsiteY359" fmla="*/ 415084 h 1528594"/>
              <a:gd name="connsiteX360" fmla="*/ 2389131 w 2427031"/>
              <a:gd name="connsiteY360" fmla="*/ 207542 h 1528594"/>
              <a:gd name="connsiteX361" fmla="*/ 2427031 w 2427031"/>
              <a:gd name="connsiteY361" fmla="*/ 245442 h 1528594"/>
              <a:gd name="connsiteX362" fmla="*/ 2389131 w 2427031"/>
              <a:gd name="connsiteY362" fmla="*/ 283342 h 1528594"/>
              <a:gd name="connsiteX363" fmla="*/ 2351231 w 2427031"/>
              <a:gd name="connsiteY363" fmla="*/ 245442 h 1528594"/>
              <a:gd name="connsiteX364" fmla="*/ 2389131 w 2427031"/>
              <a:gd name="connsiteY364" fmla="*/ 207542 h 1528594"/>
              <a:gd name="connsiteX365" fmla="*/ 2175384 w 2427031"/>
              <a:gd name="connsiteY365" fmla="*/ 207542 h 1528594"/>
              <a:gd name="connsiteX366" fmla="*/ 2213284 w 2427031"/>
              <a:gd name="connsiteY366" fmla="*/ 245442 h 1528594"/>
              <a:gd name="connsiteX367" fmla="*/ 2175384 w 2427031"/>
              <a:gd name="connsiteY367" fmla="*/ 283342 h 1528594"/>
              <a:gd name="connsiteX368" fmla="*/ 2137484 w 2427031"/>
              <a:gd name="connsiteY368" fmla="*/ 245442 h 1528594"/>
              <a:gd name="connsiteX369" fmla="*/ 2175384 w 2427031"/>
              <a:gd name="connsiteY369" fmla="*/ 207542 h 1528594"/>
              <a:gd name="connsiteX370" fmla="*/ 1961635 w 2427031"/>
              <a:gd name="connsiteY370" fmla="*/ 207542 h 1528594"/>
              <a:gd name="connsiteX371" fmla="*/ 1999535 w 2427031"/>
              <a:gd name="connsiteY371" fmla="*/ 245442 h 1528594"/>
              <a:gd name="connsiteX372" fmla="*/ 1961635 w 2427031"/>
              <a:gd name="connsiteY372" fmla="*/ 283342 h 1528594"/>
              <a:gd name="connsiteX373" fmla="*/ 1923735 w 2427031"/>
              <a:gd name="connsiteY373" fmla="*/ 245442 h 1528594"/>
              <a:gd name="connsiteX374" fmla="*/ 1961635 w 2427031"/>
              <a:gd name="connsiteY374" fmla="*/ 207542 h 1528594"/>
              <a:gd name="connsiteX375" fmla="*/ 1747886 w 2427031"/>
              <a:gd name="connsiteY375" fmla="*/ 207542 h 1528594"/>
              <a:gd name="connsiteX376" fmla="*/ 1785786 w 2427031"/>
              <a:gd name="connsiteY376" fmla="*/ 245442 h 1528594"/>
              <a:gd name="connsiteX377" fmla="*/ 1747886 w 2427031"/>
              <a:gd name="connsiteY377" fmla="*/ 283342 h 1528594"/>
              <a:gd name="connsiteX378" fmla="*/ 1709986 w 2427031"/>
              <a:gd name="connsiteY378" fmla="*/ 245442 h 1528594"/>
              <a:gd name="connsiteX379" fmla="*/ 1747886 w 2427031"/>
              <a:gd name="connsiteY379" fmla="*/ 207542 h 1528594"/>
              <a:gd name="connsiteX380" fmla="*/ 1534138 w 2427031"/>
              <a:gd name="connsiteY380" fmla="*/ 207542 h 1528594"/>
              <a:gd name="connsiteX381" fmla="*/ 1572038 w 2427031"/>
              <a:gd name="connsiteY381" fmla="*/ 245442 h 1528594"/>
              <a:gd name="connsiteX382" fmla="*/ 1534138 w 2427031"/>
              <a:gd name="connsiteY382" fmla="*/ 283342 h 1528594"/>
              <a:gd name="connsiteX383" fmla="*/ 1496238 w 2427031"/>
              <a:gd name="connsiteY383" fmla="*/ 245442 h 1528594"/>
              <a:gd name="connsiteX384" fmla="*/ 1534138 w 2427031"/>
              <a:gd name="connsiteY384" fmla="*/ 207542 h 1528594"/>
              <a:gd name="connsiteX385" fmla="*/ 1320389 w 2427031"/>
              <a:gd name="connsiteY385" fmla="*/ 207542 h 1528594"/>
              <a:gd name="connsiteX386" fmla="*/ 1358289 w 2427031"/>
              <a:gd name="connsiteY386" fmla="*/ 245442 h 1528594"/>
              <a:gd name="connsiteX387" fmla="*/ 1320389 w 2427031"/>
              <a:gd name="connsiteY387" fmla="*/ 283342 h 1528594"/>
              <a:gd name="connsiteX388" fmla="*/ 1282489 w 2427031"/>
              <a:gd name="connsiteY388" fmla="*/ 245442 h 1528594"/>
              <a:gd name="connsiteX389" fmla="*/ 1320389 w 2427031"/>
              <a:gd name="connsiteY389" fmla="*/ 207542 h 1528594"/>
              <a:gd name="connsiteX390" fmla="*/ 1106642 w 2427031"/>
              <a:gd name="connsiteY390" fmla="*/ 207542 h 1528594"/>
              <a:gd name="connsiteX391" fmla="*/ 1144542 w 2427031"/>
              <a:gd name="connsiteY391" fmla="*/ 245442 h 1528594"/>
              <a:gd name="connsiteX392" fmla="*/ 1106642 w 2427031"/>
              <a:gd name="connsiteY392" fmla="*/ 283342 h 1528594"/>
              <a:gd name="connsiteX393" fmla="*/ 1068742 w 2427031"/>
              <a:gd name="connsiteY393" fmla="*/ 245442 h 1528594"/>
              <a:gd name="connsiteX394" fmla="*/ 1106642 w 2427031"/>
              <a:gd name="connsiteY394" fmla="*/ 207542 h 1528594"/>
              <a:gd name="connsiteX395" fmla="*/ 892895 w 2427031"/>
              <a:gd name="connsiteY395" fmla="*/ 207542 h 1528594"/>
              <a:gd name="connsiteX396" fmla="*/ 930795 w 2427031"/>
              <a:gd name="connsiteY396" fmla="*/ 245442 h 1528594"/>
              <a:gd name="connsiteX397" fmla="*/ 892895 w 2427031"/>
              <a:gd name="connsiteY397" fmla="*/ 283342 h 1528594"/>
              <a:gd name="connsiteX398" fmla="*/ 854995 w 2427031"/>
              <a:gd name="connsiteY398" fmla="*/ 245442 h 1528594"/>
              <a:gd name="connsiteX399" fmla="*/ 892895 w 2427031"/>
              <a:gd name="connsiteY399" fmla="*/ 207542 h 1528594"/>
              <a:gd name="connsiteX400" fmla="*/ 679146 w 2427031"/>
              <a:gd name="connsiteY400" fmla="*/ 207542 h 1528594"/>
              <a:gd name="connsiteX401" fmla="*/ 717046 w 2427031"/>
              <a:gd name="connsiteY401" fmla="*/ 245442 h 1528594"/>
              <a:gd name="connsiteX402" fmla="*/ 679146 w 2427031"/>
              <a:gd name="connsiteY402" fmla="*/ 283342 h 1528594"/>
              <a:gd name="connsiteX403" fmla="*/ 641246 w 2427031"/>
              <a:gd name="connsiteY403" fmla="*/ 245442 h 1528594"/>
              <a:gd name="connsiteX404" fmla="*/ 679146 w 2427031"/>
              <a:gd name="connsiteY404" fmla="*/ 207542 h 1528594"/>
              <a:gd name="connsiteX405" fmla="*/ 465397 w 2427031"/>
              <a:gd name="connsiteY405" fmla="*/ 207542 h 1528594"/>
              <a:gd name="connsiteX406" fmla="*/ 503297 w 2427031"/>
              <a:gd name="connsiteY406" fmla="*/ 245442 h 1528594"/>
              <a:gd name="connsiteX407" fmla="*/ 465397 w 2427031"/>
              <a:gd name="connsiteY407" fmla="*/ 283342 h 1528594"/>
              <a:gd name="connsiteX408" fmla="*/ 427497 w 2427031"/>
              <a:gd name="connsiteY408" fmla="*/ 245442 h 1528594"/>
              <a:gd name="connsiteX409" fmla="*/ 465397 w 2427031"/>
              <a:gd name="connsiteY409" fmla="*/ 207542 h 1528594"/>
              <a:gd name="connsiteX410" fmla="*/ 251649 w 2427031"/>
              <a:gd name="connsiteY410" fmla="*/ 207542 h 1528594"/>
              <a:gd name="connsiteX411" fmla="*/ 289549 w 2427031"/>
              <a:gd name="connsiteY411" fmla="*/ 245442 h 1528594"/>
              <a:gd name="connsiteX412" fmla="*/ 251649 w 2427031"/>
              <a:gd name="connsiteY412" fmla="*/ 283342 h 1528594"/>
              <a:gd name="connsiteX413" fmla="*/ 213749 w 2427031"/>
              <a:gd name="connsiteY413" fmla="*/ 245442 h 1528594"/>
              <a:gd name="connsiteX414" fmla="*/ 251649 w 2427031"/>
              <a:gd name="connsiteY414" fmla="*/ 207542 h 1528594"/>
              <a:gd name="connsiteX415" fmla="*/ 37900 w 2427031"/>
              <a:gd name="connsiteY415" fmla="*/ 207542 h 1528594"/>
              <a:gd name="connsiteX416" fmla="*/ 75800 w 2427031"/>
              <a:gd name="connsiteY416" fmla="*/ 245442 h 1528594"/>
              <a:gd name="connsiteX417" fmla="*/ 37900 w 2427031"/>
              <a:gd name="connsiteY417" fmla="*/ 283342 h 1528594"/>
              <a:gd name="connsiteX418" fmla="*/ 0 w 2427031"/>
              <a:gd name="connsiteY418" fmla="*/ 245442 h 1528594"/>
              <a:gd name="connsiteX419" fmla="*/ 37900 w 2427031"/>
              <a:gd name="connsiteY419" fmla="*/ 207542 h 1528594"/>
              <a:gd name="connsiteX420" fmla="*/ 2389131 w 2427031"/>
              <a:gd name="connsiteY420" fmla="*/ 0 h 1528594"/>
              <a:gd name="connsiteX421" fmla="*/ 2427031 w 2427031"/>
              <a:gd name="connsiteY421" fmla="*/ 37900 h 1528594"/>
              <a:gd name="connsiteX422" fmla="*/ 2389131 w 2427031"/>
              <a:gd name="connsiteY422" fmla="*/ 75800 h 1528594"/>
              <a:gd name="connsiteX423" fmla="*/ 2351231 w 2427031"/>
              <a:gd name="connsiteY423" fmla="*/ 37900 h 1528594"/>
              <a:gd name="connsiteX424" fmla="*/ 2389131 w 2427031"/>
              <a:gd name="connsiteY424" fmla="*/ 0 h 1528594"/>
              <a:gd name="connsiteX425" fmla="*/ 2175384 w 2427031"/>
              <a:gd name="connsiteY425" fmla="*/ 0 h 1528594"/>
              <a:gd name="connsiteX426" fmla="*/ 2213284 w 2427031"/>
              <a:gd name="connsiteY426" fmla="*/ 37900 h 1528594"/>
              <a:gd name="connsiteX427" fmla="*/ 2175384 w 2427031"/>
              <a:gd name="connsiteY427" fmla="*/ 75800 h 1528594"/>
              <a:gd name="connsiteX428" fmla="*/ 2137484 w 2427031"/>
              <a:gd name="connsiteY428" fmla="*/ 37900 h 1528594"/>
              <a:gd name="connsiteX429" fmla="*/ 2175384 w 2427031"/>
              <a:gd name="connsiteY429" fmla="*/ 0 h 1528594"/>
              <a:gd name="connsiteX430" fmla="*/ 1961635 w 2427031"/>
              <a:gd name="connsiteY430" fmla="*/ 0 h 1528594"/>
              <a:gd name="connsiteX431" fmla="*/ 1999535 w 2427031"/>
              <a:gd name="connsiteY431" fmla="*/ 37900 h 1528594"/>
              <a:gd name="connsiteX432" fmla="*/ 1961635 w 2427031"/>
              <a:gd name="connsiteY432" fmla="*/ 75800 h 1528594"/>
              <a:gd name="connsiteX433" fmla="*/ 1923735 w 2427031"/>
              <a:gd name="connsiteY433" fmla="*/ 37900 h 1528594"/>
              <a:gd name="connsiteX434" fmla="*/ 1961635 w 2427031"/>
              <a:gd name="connsiteY434" fmla="*/ 0 h 1528594"/>
              <a:gd name="connsiteX435" fmla="*/ 1747886 w 2427031"/>
              <a:gd name="connsiteY435" fmla="*/ 0 h 1528594"/>
              <a:gd name="connsiteX436" fmla="*/ 1785786 w 2427031"/>
              <a:gd name="connsiteY436" fmla="*/ 37900 h 1528594"/>
              <a:gd name="connsiteX437" fmla="*/ 1747886 w 2427031"/>
              <a:gd name="connsiteY437" fmla="*/ 75800 h 1528594"/>
              <a:gd name="connsiteX438" fmla="*/ 1709986 w 2427031"/>
              <a:gd name="connsiteY438" fmla="*/ 37900 h 1528594"/>
              <a:gd name="connsiteX439" fmla="*/ 1747886 w 2427031"/>
              <a:gd name="connsiteY439" fmla="*/ 0 h 1528594"/>
              <a:gd name="connsiteX440" fmla="*/ 1534138 w 2427031"/>
              <a:gd name="connsiteY440" fmla="*/ 0 h 1528594"/>
              <a:gd name="connsiteX441" fmla="*/ 1572038 w 2427031"/>
              <a:gd name="connsiteY441" fmla="*/ 37900 h 1528594"/>
              <a:gd name="connsiteX442" fmla="*/ 1534138 w 2427031"/>
              <a:gd name="connsiteY442" fmla="*/ 75800 h 1528594"/>
              <a:gd name="connsiteX443" fmla="*/ 1496238 w 2427031"/>
              <a:gd name="connsiteY443" fmla="*/ 37900 h 1528594"/>
              <a:gd name="connsiteX444" fmla="*/ 1534138 w 2427031"/>
              <a:gd name="connsiteY444" fmla="*/ 0 h 1528594"/>
              <a:gd name="connsiteX445" fmla="*/ 1320389 w 2427031"/>
              <a:gd name="connsiteY445" fmla="*/ 0 h 1528594"/>
              <a:gd name="connsiteX446" fmla="*/ 1358289 w 2427031"/>
              <a:gd name="connsiteY446" fmla="*/ 37900 h 1528594"/>
              <a:gd name="connsiteX447" fmla="*/ 1320389 w 2427031"/>
              <a:gd name="connsiteY447" fmla="*/ 75800 h 1528594"/>
              <a:gd name="connsiteX448" fmla="*/ 1282489 w 2427031"/>
              <a:gd name="connsiteY448" fmla="*/ 37900 h 1528594"/>
              <a:gd name="connsiteX449" fmla="*/ 1320389 w 2427031"/>
              <a:gd name="connsiteY449" fmla="*/ 0 h 1528594"/>
              <a:gd name="connsiteX450" fmla="*/ 1106642 w 2427031"/>
              <a:gd name="connsiteY450" fmla="*/ 0 h 1528594"/>
              <a:gd name="connsiteX451" fmla="*/ 1144542 w 2427031"/>
              <a:gd name="connsiteY451" fmla="*/ 37900 h 1528594"/>
              <a:gd name="connsiteX452" fmla="*/ 1106642 w 2427031"/>
              <a:gd name="connsiteY452" fmla="*/ 75800 h 1528594"/>
              <a:gd name="connsiteX453" fmla="*/ 1068742 w 2427031"/>
              <a:gd name="connsiteY453" fmla="*/ 37900 h 1528594"/>
              <a:gd name="connsiteX454" fmla="*/ 1106642 w 2427031"/>
              <a:gd name="connsiteY454" fmla="*/ 0 h 1528594"/>
              <a:gd name="connsiteX455" fmla="*/ 892895 w 2427031"/>
              <a:gd name="connsiteY455" fmla="*/ 0 h 1528594"/>
              <a:gd name="connsiteX456" fmla="*/ 930795 w 2427031"/>
              <a:gd name="connsiteY456" fmla="*/ 37900 h 1528594"/>
              <a:gd name="connsiteX457" fmla="*/ 892895 w 2427031"/>
              <a:gd name="connsiteY457" fmla="*/ 75800 h 1528594"/>
              <a:gd name="connsiteX458" fmla="*/ 854995 w 2427031"/>
              <a:gd name="connsiteY458" fmla="*/ 37900 h 1528594"/>
              <a:gd name="connsiteX459" fmla="*/ 892895 w 2427031"/>
              <a:gd name="connsiteY459" fmla="*/ 0 h 1528594"/>
              <a:gd name="connsiteX460" fmla="*/ 679146 w 2427031"/>
              <a:gd name="connsiteY460" fmla="*/ 0 h 1528594"/>
              <a:gd name="connsiteX461" fmla="*/ 717046 w 2427031"/>
              <a:gd name="connsiteY461" fmla="*/ 37900 h 1528594"/>
              <a:gd name="connsiteX462" fmla="*/ 679146 w 2427031"/>
              <a:gd name="connsiteY462" fmla="*/ 75800 h 1528594"/>
              <a:gd name="connsiteX463" fmla="*/ 641246 w 2427031"/>
              <a:gd name="connsiteY463" fmla="*/ 37900 h 1528594"/>
              <a:gd name="connsiteX464" fmla="*/ 679146 w 2427031"/>
              <a:gd name="connsiteY464" fmla="*/ 0 h 1528594"/>
              <a:gd name="connsiteX465" fmla="*/ 465397 w 2427031"/>
              <a:gd name="connsiteY465" fmla="*/ 0 h 1528594"/>
              <a:gd name="connsiteX466" fmla="*/ 503297 w 2427031"/>
              <a:gd name="connsiteY466" fmla="*/ 37900 h 1528594"/>
              <a:gd name="connsiteX467" fmla="*/ 465397 w 2427031"/>
              <a:gd name="connsiteY467" fmla="*/ 75800 h 1528594"/>
              <a:gd name="connsiteX468" fmla="*/ 427497 w 2427031"/>
              <a:gd name="connsiteY468" fmla="*/ 37900 h 1528594"/>
              <a:gd name="connsiteX469" fmla="*/ 465397 w 2427031"/>
              <a:gd name="connsiteY469" fmla="*/ 0 h 1528594"/>
              <a:gd name="connsiteX470" fmla="*/ 251649 w 2427031"/>
              <a:gd name="connsiteY470" fmla="*/ 0 h 1528594"/>
              <a:gd name="connsiteX471" fmla="*/ 289549 w 2427031"/>
              <a:gd name="connsiteY471" fmla="*/ 37900 h 1528594"/>
              <a:gd name="connsiteX472" fmla="*/ 251649 w 2427031"/>
              <a:gd name="connsiteY472" fmla="*/ 75800 h 1528594"/>
              <a:gd name="connsiteX473" fmla="*/ 213749 w 2427031"/>
              <a:gd name="connsiteY473" fmla="*/ 37900 h 1528594"/>
              <a:gd name="connsiteX474" fmla="*/ 251649 w 2427031"/>
              <a:gd name="connsiteY474" fmla="*/ 0 h 1528594"/>
              <a:gd name="connsiteX475" fmla="*/ 37900 w 2427031"/>
              <a:gd name="connsiteY475" fmla="*/ 0 h 1528594"/>
              <a:gd name="connsiteX476" fmla="*/ 75800 w 2427031"/>
              <a:gd name="connsiteY476" fmla="*/ 37900 h 1528594"/>
              <a:gd name="connsiteX477" fmla="*/ 37900 w 2427031"/>
              <a:gd name="connsiteY477" fmla="*/ 75800 h 1528594"/>
              <a:gd name="connsiteX478" fmla="*/ 0 w 2427031"/>
              <a:gd name="connsiteY478" fmla="*/ 37900 h 1528594"/>
              <a:gd name="connsiteX479" fmla="*/ 37900 w 2427031"/>
              <a:gd name="connsiteY479" fmla="*/ 0 h 152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2427031" h="1528594">
                <a:moveTo>
                  <a:pt x="2389131" y="1452794"/>
                </a:moveTo>
                <a:cubicBezTo>
                  <a:pt x="2410063" y="1452794"/>
                  <a:pt x="2427031" y="1469762"/>
                  <a:pt x="2427031" y="1490694"/>
                </a:cubicBezTo>
                <a:cubicBezTo>
                  <a:pt x="2427031" y="1511626"/>
                  <a:pt x="2410063" y="1528594"/>
                  <a:pt x="2389131" y="1528594"/>
                </a:cubicBezTo>
                <a:cubicBezTo>
                  <a:pt x="2368199" y="1528594"/>
                  <a:pt x="2351231" y="1511626"/>
                  <a:pt x="2351231" y="1490694"/>
                </a:cubicBezTo>
                <a:cubicBezTo>
                  <a:pt x="2351231" y="1469762"/>
                  <a:pt x="2368199" y="1452794"/>
                  <a:pt x="2389131" y="1452794"/>
                </a:cubicBezTo>
                <a:close/>
                <a:moveTo>
                  <a:pt x="2175384" y="1452794"/>
                </a:moveTo>
                <a:cubicBezTo>
                  <a:pt x="2196316" y="1452794"/>
                  <a:pt x="2213284" y="1469762"/>
                  <a:pt x="2213284" y="1490694"/>
                </a:cubicBezTo>
                <a:cubicBezTo>
                  <a:pt x="2213284" y="1511626"/>
                  <a:pt x="2196316" y="1528594"/>
                  <a:pt x="2175384" y="1528594"/>
                </a:cubicBezTo>
                <a:cubicBezTo>
                  <a:pt x="2154452" y="1528594"/>
                  <a:pt x="2137484" y="1511626"/>
                  <a:pt x="2137484" y="1490694"/>
                </a:cubicBezTo>
                <a:cubicBezTo>
                  <a:pt x="2137484" y="1469762"/>
                  <a:pt x="2154452" y="1452794"/>
                  <a:pt x="2175384" y="1452794"/>
                </a:cubicBezTo>
                <a:close/>
                <a:moveTo>
                  <a:pt x="1961635" y="1452794"/>
                </a:moveTo>
                <a:cubicBezTo>
                  <a:pt x="1982567" y="1452794"/>
                  <a:pt x="1999535" y="1469762"/>
                  <a:pt x="1999535" y="1490694"/>
                </a:cubicBezTo>
                <a:cubicBezTo>
                  <a:pt x="1999535" y="1511626"/>
                  <a:pt x="1982567" y="1528594"/>
                  <a:pt x="1961635" y="1528594"/>
                </a:cubicBezTo>
                <a:cubicBezTo>
                  <a:pt x="1940703" y="1528594"/>
                  <a:pt x="1923735" y="1511626"/>
                  <a:pt x="1923735" y="1490694"/>
                </a:cubicBezTo>
                <a:cubicBezTo>
                  <a:pt x="1923735" y="1469762"/>
                  <a:pt x="1940703" y="1452794"/>
                  <a:pt x="1961635" y="1452794"/>
                </a:cubicBezTo>
                <a:close/>
                <a:moveTo>
                  <a:pt x="1747886" y="1452794"/>
                </a:moveTo>
                <a:cubicBezTo>
                  <a:pt x="1768818" y="1452794"/>
                  <a:pt x="1785786" y="1469762"/>
                  <a:pt x="1785786" y="1490694"/>
                </a:cubicBezTo>
                <a:cubicBezTo>
                  <a:pt x="1785786" y="1511626"/>
                  <a:pt x="1768818" y="1528594"/>
                  <a:pt x="1747886" y="1528594"/>
                </a:cubicBezTo>
                <a:cubicBezTo>
                  <a:pt x="1726954" y="1528594"/>
                  <a:pt x="1709986" y="1511626"/>
                  <a:pt x="1709986" y="1490694"/>
                </a:cubicBezTo>
                <a:cubicBezTo>
                  <a:pt x="1709986" y="1469762"/>
                  <a:pt x="1726954" y="1452794"/>
                  <a:pt x="1747886" y="1452794"/>
                </a:cubicBezTo>
                <a:close/>
                <a:moveTo>
                  <a:pt x="1534138" y="1452794"/>
                </a:moveTo>
                <a:cubicBezTo>
                  <a:pt x="1555070" y="1452794"/>
                  <a:pt x="1572038" y="1469762"/>
                  <a:pt x="1572038" y="1490694"/>
                </a:cubicBezTo>
                <a:cubicBezTo>
                  <a:pt x="1572038" y="1511626"/>
                  <a:pt x="1555070" y="1528594"/>
                  <a:pt x="1534138" y="1528594"/>
                </a:cubicBezTo>
                <a:cubicBezTo>
                  <a:pt x="1513206" y="1528594"/>
                  <a:pt x="1496238" y="1511626"/>
                  <a:pt x="1496238" y="1490694"/>
                </a:cubicBezTo>
                <a:cubicBezTo>
                  <a:pt x="1496238" y="1469762"/>
                  <a:pt x="1513206" y="1452794"/>
                  <a:pt x="1534138" y="1452794"/>
                </a:cubicBezTo>
                <a:close/>
                <a:moveTo>
                  <a:pt x="1320389" y="1452794"/>
                </a:moveTo>
                <a:cubicBezTo>
                  <a:pt x="1341321" y="1452794"/>
                  <a:pt x="1358289" y="1469762"/>
                  <a:pt x="1358289" y="1490694"/>
                </a:cubicBezTo>
                <a:cubicBezTo>
                  <a:pt x="1358289" y="1511626"/>
                  <a:pt x="1341321" y="1528594"/>
                  <a:pt x="1320389" y="1528594"/>
                </a:cubicBezTo>
                <a:cubicBezTo>
                  <a:pt x="1299457" y="1528594"/>
                  <a:pt x="1282489" y="1511626"/>
                  <a:pt x="1282489" y="1490694"/>
                </a:cubicBezTo>
                <a:cubicBezTo>
                  <a:pt x="1282489" y="1469762"/>
                  <a:pt x="1299457" y="1452794"/>
                  <a:pt x="1320389" y="1452794"/>
                </a:cubicBezTo>
                <a:close/>
                <a:moveTo>
                  <a:pt x="1106642" y="1452794"/>
                </a:moveTo>
                <a:cubicBezTo>
                  <a:pt x="1127574" y="1452794"/>
                  <a:pt x="1144542" y="1469762"/>
                  <a:pt x="1144542" y="1490694"/>
                </a:cubicBezTo>
                <a:cubicBezTo>
                  <a:pt x="1144542" y="1511626"/>
                  <a:pt x="1127574" y="1528594"/>
                  <a:pt x="1106642" y="1528594"/>
                </a:cubicBezTo>
                <a:cubicBezTo>
                  <a:pt x="1085710" y="1528594"/>
                  <a:pt x="1068742" y="1511626"/>
                  <a:pt x="1068742" y="1490694"/>
                </a:cubicBezTo>
                <a:cubicBezTo>
                  <a:pt x="1068742" y="1469762"/>
                  <a:pt x="1085710" y="1452794"/>
                  <a:pt x="1106642" y="1452794"/>
                </a:cubicBezTo>
                <a:close/>
                <a:moveTo>
                  <a:pt x="892895" y="1452794"/>
                </a:moveTo>
                <a:cubicBezTo>
                  <a:pt x="913827" y="1452794"/>
                  <a:pt x="930795" y="1469762"/>
                  <a:pt x="930795" y="1490694"/>
                </a:cubicBezTo>
                <a:cubicBezTo>
                  <a:pt x="930795" y="1511626"/>
                  <a:pt x="913827" y="1528594"/>
                  <a:pt x="892895" y="1528594"/>
                </a:cubicBezTo>
                <a:cubicBezTo>
                  <a:pt x="871963" y="1528594"/>
                  <a:pt x="854995" y="1511626"/>
                  <a:pt x="854995" y="1490694"/>
                </a:cubicBezTo>
                <a:cubicBezTo>
                  <a:pt x="854995" y="1469762"/>
                  <a:pt x="871963" y="1452794"/>
                  <a:pt x="892895" y="1452794"/>
                </a:cubicBezTo>
                <a:close/>
                <a:moveTo>
                  <a:pt x="679146" y="1452794"/>
                </a:moveTo>
                <a:cubicBezTo>
                  <a:pt x="700078" y="1452794"/>
                  <a:pt x="717046" y="1469762"/>
                  <a:pt x="717046" y="1490694"/>
                </a:cubicBezTo>
                <a:cubicBezTo>
                  <a:pt x="717046" y="1511626"/>
                  <a:pt x="700078" y="1528594"/>
                  <a:pt x="679146" y="1528594"/>
                </a:cubicBezTo>
                <a:cubicBezTo>
                  <a:pt x="658214" y="1528594"/>
                  <a:pt x="641246" y="1511626"/>
                  <a:pt x="641246" y="1490694"/>
                </a:cubicBezTo>
                <a:cubicBezTo>
                  <a:pt x="641246" y="1469762"/>
                  <a:pt x="658214" y="1452794"/>
                  <a:pt x="679146" y="1452794"/>
                </a:cubicBezTo>
                <a:close/>
                <a:moveTo>
                  <a:pt x="465397" y="1452794"/>
                </a:moveTo>
                <a:cubicBezTo>
                  <a:pt x="486329" y="1452794"/>
                  <a:pt x="503297" y="1469762"/>
                  <a:pt x="503297" y="1490694"/>
                </a:cubicBezTo>
                <a:cubicBezTo>
                  <a:pt x="503297" y="1511626"/>
                  <a:pt x="486329" y="1528594"/>
                  <a:pt x="465397" y="1528594"/>
                </a:cubicBezTo>
                <a:cubicBezTo>
                  <a:pt x="444465" y="1528594"/>
                  <a:pt x="427497" y="1511626"/>
                  <a:pt x="427497" y="1490694"/>
                </a:cubicBezTo>
                <a:cubicBezTo>
                  <a:pt x="427497" y="1469762"/>
                  <a:pt x="444465" y="1452794"/>
                  <a:pt x="465397" y="1452794"/>
                </a:cubicBezTo>
                <a:close/>
                <a:moveTo>
                  <a:pt x="251649" y="1452794"/>
                </a:moveTo>
                <a:cubicBezTo>
                  <a:pt x="272581" y="1452794"/>
                  <a:pt x="289549" y="1469762"/>
                  <a:pt x="289549" y="1490694"/>
                </a:cubicBezTo>
                <a:cubicBezTo>
                  <a:pt x="289549" y="1511626"/>
                  <a:pt x="272581" y="1528594"/>
                  <a:pt x="251649" y="1528594"/>
                </a:cubicBezTo>
                <a:cubicBezTo>
                  <a:pt x="230717" y="1528594"/>
                  <a:pt x="213749" y="1511626"/>
                  <a:pt x="213749" y="1490694"/>
                </a:cubicBezTo>
                <a:cubicBezTo>
                  <a:pt x="213749" y="1469762"/>
                  <a:pt x="230717" y="1452794"/>
                  <a:pt x="251649" y="1452794"/>
                </a:cubicBezTo>
                <a:close/>
                <a:moveTo>
                  <a:pt x="37900" y="1452794"/>
                </a:moveTo>
                <a:cubicBezTo>
                  <a:pt x="58832" y="1452794"/>
                  <a:pt x="75800" y="1469762"/>
                  <a:pt x="75800" y="1490694"/>
                </a:cubicBezTo>
                <a:cubicBezTo>
                  <a:pt x="75800" y="1511626"/>
                  <a:pt x="58832" y="1528594"/>
                  <a:pt x="37900" y="1528594"/>
                </a:cubicBezTo>
                <a:cubicBezTo>
                  <a:pt x="16968" y="1528594"/>
                  <a:pt x="0" y="1511626"/>
                  <a:pt x="0" y="1490694"/>
                </a:cubicBezTo>
                <a:cubicBezTo>
                  <a:pt x="0" y="1469762"/>
                  <a:pt x="16968" y="1452794"/>
                  <a:pt x="37900" y="1452794"/>
                </a:cubicBezTo>
                <a:close/>
                <a:moveTo>
                  <a:pt x="2389131" y="1245252"/>
                </a:moveTo>
                <a:cubicBezTo>
                  <a:pt x="2410063" y="1245252"/>
                  <a:pt x="2427031" y="1262220"/>
                  <a:pt x="2427031" y="1283152"/>
                </a:cubicBezTo>
                <a:cubicBezTo>
                  <a:pt x="2427031" y="1304084"/>
                  <a:pt x="2410063" y="1321052"/>
                  <a:pt x="2389131" y="1321052"/>
                </a:cubicBezTo>
                <a:cubicBezTo>
                  <a:pt x="2368199" y="1321052"/>
                  <a:pt x="2351231" y="1304084"/>
                  <a:pt x="2351231" y="1283152"/>
                </a:cubicBezTo>
                <a:cubicBezTo>
                  <a:pt x="2351231" y="1262220"/>
                  <a:pt x="2368199" y="1245252"/>
                  <a:pt x="2389131" y="1245252"/>
                </a:cubicBezTo>
                <a:close/>
                <a:moveTo>
                  <a:pt x="2175384" y="1245252"/>
                </a:moveTo>
                <a:cubicBezTo>
                  <a:pt x="2196316" y="1245252"/>
                  <a:pt x="2213284" y="1262220"/>
                  <a:pt x="2213284" y="1283152"/>
                </a:cubicBezTo>
                <a:cubicBezTo>
                  <a:pt x="2213284" y="1304084"/>
                  <a:pt x="2196316" y="1321052"/>
                  <a:pt x="2175384" y="1321052"/>
                </a:cubicBezTo>
                <a:cubicBezTo>
                  <a:pt x="2154452" y="1321052"/>
                  <a:pt x="2137484" y="1304084"/>
                  <a:pt x="2137484" y="1283152"/>
                </a:cubicBezTo>
                <a:cubicBezTo>
                  <a:pt x="2137484" y="1262220"/>
                  <a:pt x="2154452" y="1245252"/>
                  <a:pt x="2175384" y="1245252"/>
                </a:cubicBezTo>
                <a:close/>
                <a:moveTo>
                  <a:pt x="1961635" y="1245252"/>
                </a:moveTo>
                <a:cubicBezTo>
                  <a:pt x="1982567" y="1245252"/>
                  <a:pt x="1999535" y="1262220"/>
                  <a:pt x="1999535" y="1283152"/>
                </a:cubicBezTo>
                <a:cubicBezTo>
                  <a:pt x="1999535" y="1304084"/>
                  <a:pt x="1982567" y="1321052"/>
                  <a:pt x="1961635" y="1321052"/>
                </a:cubicBezTo>
                <a:cubicBezTo>
                  <a:pt x="1940703" y="1321052"/>
                  <a:pt x="1923735" y="1304084"/>
                  <a:pt x="1923735" y="1283152"/>
                </a:cubicBezTo>
                <a:cubicBezTo>
                  <a:pt x="1923735" y="1262220"/>
                  <a:pt x="1940703" y="1245252"/>
                  <a:pt x="1961635" y="1245252"/>
                </a:cubicBezTo>
                <a:close/>
                <a:moveTo>
                  <a:pt x="1747886" y="1245252"/>
                </a:moveTo>
                <a:cubicBezTo>
                  <a:pt x="1768818" y="1245252"/>
                  <a:pt x="1785786" y="1262220"/>
                  <a:pt x="1785786" y="1283152"/>
                </a:cubicBezTo>
                <a:cubicBezTo>
                  <a:pt x="1785786" y="1304084"/>
                  <a:pt x="1768818" y="1321052"/>
                  <a:pt x="1747886" y="1321052"/>
                </a:cubicBezTo>
                <a:cubicBezTo>
                  <a:pt x="1726954" y="1321052"/>
                  <a:pt x="1709986" y="1304084"/>
                  <a:pt x="1709986" y="1283152"/>
                </a:cubicBezTo>
                <a:cubicBezTo>
                  <a:pt x="1709986" y="1262220"/>
                  <a:pt x="1726954" y="1245252"/>
                  <a:pt x="1747886" y="1245252"/>
                </a:cubicBezTo>
                <a:close/>
                <a:moveTo>
                  <a:pt x="1534138" y="1245252"/>
                </a:moveTo>
                <a:cubicBezTo>
                  <a:pt x="1555070" y="1245252"/>
                  <a:pt x="1572038" y="1262220"/>
                  <a:pt x="1572038" y="1283152"/>
                </a:cubicBezTo>
                <a:cubicBezTo>
                  <a:pt x="1572038" y="1304084"/>
                  <a:pt x="1555070" y="1321052"/>
                  <a:pt x="1534138" y="1321052"/>
                </a:cubicBezTo>
                <a:cubicBezTo>
                  <a:pt x="1513206" y="1321052"/>
                  <a:pt x="1496238" y="1304084"/>
                  <a:pt x="1496238" y="1283152"/>
                </a:cubicBezTo>
                <a:cubicBezTo>
                  <a:pt x="1496238" y="1262220"/>
                  <a:pt x="1513206" y="1245252"/>
                  <a:pt x="1534138" y="1245252"/>
                </a:cubicBezTo>
                <a:close/>
                <a:moveTo>
                  <a:pt x="1320389" y="1245252"/>
                </a:moveTo>
                <a:cubicBezTo>
                  <a:pt x="1341321" y="1245252"/>
                  <a:pt x="1358289" y="1262220"/>
                  <a:pt x="1358289" y="1283152"/>
                </a:cubicBezTo>
                <a:cubicBezTo>
                  <a:pt x="1358289" y="1304084"/>
                  <a:pt x="1341321" y="1321052"/>
                  <a:pt x="1320389" y="1321052"/>
                </a:cubicBezTo>
                <a:cubicBezTo>
                  <a:pt x="1299457" y="1321052"/>
                  <a:pt x="1282489" y="1304084"/>
                  <a:pt x="1282489" y="1283152"/>
                </a:cubicBezTo>
                <a:cubicBezTo>
                  <a:pt x="1282489" y="1262220"/>
                  <a:pt x="1299457" y="1245252"/>
                  <a:pt x="1320389" y="1245252"/>
                </a:cubicBezTo>
                <a:close/>
                <a:moveTo>
                  <a:pt x="1106642" y="1245252"/>
                </a:moveTo>
                <a:cubicBezTo>
                  <a:pt x="1127574" y="1245252"/>
                  <a:pt x="1144542" y="1262220"/>
                  <a:pt x="1144542" y="1283152"/>
                </a:cubicBezTo>
                <a:cubicBezTo>
                  <a:pt x="1144542" y="1304084"/>
                  <a:pt x="1127574" y="1321052"/>
                  <a:pt x="1106642" y="1321052"/>
                </a:cubicBezTo>
                <a:cubicBezTo>
                  <a:pt x="1085710" y="1321052"/>
                  <a:pt x="1068742" y="1304084"/>
                  <a:pt x="1068742" y="1283152"/>
                </a:cubicBezTo>
                <a:cubicBezTo>
                  <a:pt x="1068742" y="1262220"/>
                  <a:pt x="1085710" y="1245252"/>
                  <a:pt x="1106642" y="1245252"/>
                </a:cubicBezTo>
                <a:close/>
                <a:moveTo>
                  <a:pt x="892895" y="1245252"/>
                </a:moveTo>
                <a:cubicBezTo>
                  <a:pt x="913827" y="1245252"/>
                  <a:pt x="930795" y="1262220"/>
                  <a:pt x="930795" y="1283152"/>
                </a:cubicBezTo>
                <a:cubicBezTo>
                  <a:pt x="930795" y="1304084"/>
                  <a:pt x="913827" y="1321052"/>
                  <a:pt x="892895" y="1321052"/>
                </a:cubicBezTo>
                <a:cubicBezTo>
                  <a:pt x="871963" y="1321052"/>
                  <a:pt x="854995" y="1304084"/>
                  <a:pt x="854995" y="1283152"/>
                </a:cubicBezTo>
                <a:cubicBezTo>
                  <a:pt x="854995" y="1262220"/>
                  <a:pt x="871963" y="1245252"/>
                  <a:pt x="892895" y="1245252"/>
                </a:cubicBezTo>
                <a:close/>
                <a:moveTo>
                  <a:pt x="679146" y="1245252"/>
                </a:moveTo>
                <a:cubicBezTo>
                  <a:pt x="700078" y="1245252"/>
                  <a:pt x="717046" y="1262220"/>
                  <a:pt x="717046" y="1283152"/>
                </a:cubicBezTo>
                <a:cubicBezTo>
                  <a:pt x="717046" y="1304084"/>
                  <a:pt x="700078" y="1321052"/>
                  <a:pt x="679146" y="1321052"/>
                </a:cubicBezTo>
                <a:cubicBezTo>
                  <a:pt x="658214" y="1321052"/>
                  <a:pt x="641246" y="1304084"/>
                  <a:pt x="641246" y="1283152"/>
                </a:cubicBezTo>
                <a:cubicBezTo>
                  <a:pt x="641246" y="1262220"/>
                  <a:pt x="658214" y="1245252"/>
                  <a:pt x="679146" y="1245252"/>
                </a:cubicBezTo>
                <a:close/>
                <a:moveTo>
                  <a:pt x="465397" y="1245252"/>
                </a:moveTo>
                <a:cubicBezTo>
                  <a:pt x="486329" y="1245252"/>
                  <a:pt x="503297" y="1262220"/>
                  <a:pt x="503297" y="1283152"/>
                </a:cubicBezTo>
                <a:cubicBezTo>
                  <a:pt x="503297" y="1304084"/>
                  <a:pt x="486329" y="1321052"/>
                  <a:pt x="465397" y="1321052"/>
                </a:cubicBezTo>
                <a:cubicBezTo>
                  <a:pt x="444465" y="1321052"/>
                  <a:pt x="427497" y="1304084"/>
                  <a:pt x="427497" y="1283152"/>
                </a:cubicBezTo>
                <a:cubicBezTo>
                  <a:pt x="427497" y="1262220"/>
                  <a:pt x="444465" y="1245252"/>
                  <a:pt x="465397" y="1245252"/>
                </a:cubicBezTo>
                <a:close/>
                <a:moveTo>
                  <a:pt x="251649" y="1245252"/>
                </a:moveTo>
                <a:cubicBezTo>
                  <a:pt x="272581" y="1245252"/>
                  <a:pt x="289549" y="1262220"/>
                  <a:pt x="289549" y="1283152"/>
                </a:cubicBezTo>
                <a:cubicBezTo>
                  <a:pt x="289549" y="1304084"/>
                  <a:pt x="272581" y="1321052"/>
                  <a:pt x="251649" y="1321052"/>
                </a:cubicBezTo>
                <a:cubicBezTo>
                  <a:pt x="230717" y="1321052"/>
                  <a:pt x="213749" y="1304084"/>
                  <a:pt x="213749" y="1283152"/>
                </a:cubicBezTo>
                <a:cubicBezTo>
                  <a:pt x="213749" y="1262220"/>
                  <a:pt x="230717" y="1245252"/>
                  <a:pt x="251649" y="1245252"/>
                </a:cubicBezTo>
                <a:close/>
                <a:moveTo>
                  <a:pt x="37900" y="1245252"/>
                </a:moveTo>
                <a:cubicBezTo>
                  <a:pt x="58832" y="1245252"/>
                  <a:pt x="75800" y="1262220"/>
                  <a:pt x="75800" y="1283152"/>
                </a:cubicBezTo>
                <a:cubicBezTo>
                  <a:pt x="75800" y="1304084"/>
                  <a:pt x="58832" y="1321052"/>
                  <a:pt x="37900" y="1321052"/>
                </a:cubicBezTo>
                <a:cubicBezTo>
                  <a:pt x="16968" y="1321052"/>
                  <a:pt x="0" y="1304084"/>
                  <a:pt x="0" y="1283152"/>
                </a:cubicBezTo>
                <a:cubicBezTo>
                  <a:pt x="0" y="1262220"/>
                  <a:pt x="16968" y="1245252"/>
                  <a:pt x="37900" y="1245252"/>
                </a:cubicBezTo>
                <a:close/>
                <a:moveTo>
                  <a:pt x="2389131" y="1037710"/>
                </a:moveTo>
                <a:cubicBezTo>
                  <a:pt x="2410063" y="1037710"/>
                  <a:pt x="2427031" y="1054678"/>
                  <a:pt x="2427031" y="1075610"/>
                </a:cubicBezTo>
                <a:cubicBezTo>
                  <a:pt x="2427031" y="1096542"/>
                  <a:pt x="2410063" y="1113510"/>
                  <a:pt x="2389131" y="1113510"/>
                </a:cubicBezTo>
                <a:cubicBezTo>
                  <a:pt x="2368199" y="1113510"/>
                  <a:pt x="2351231" y="1096542"/>
                  <a:pt x="2351231" y="1075610"/>
                </a:cubicBezTo>
                <a:cubicBezTo>
                  <a:pt x="2351231" y="1054678"/>
                  <a:pt x="2368199" y="1037710"/>
                  <a:pt x="2389131" y="1037710"/>
                </a:cubicBezTo>
                <a:close/>
                <a:moveTo>
                  <a:pt x="2175384" y="1037710"/>
                </a:moveTo>
                <a:cubicBezTo>
                  <a:pt x="2196316" y="1037710"/>
                  <a:pt x="2213284" y="1054678"/>
                  <a:pt x="2213284" y="1075610"/>
                </a:cubicBezTo>
                <a:cubicBezTo>
                  <a:pt x="2213284" y="1096542"/>
                  <a:pt x="2196316" y="1113510"/>
                  <a:pt x="2175384" y="1113510"/>
                </a:cubicBezTo>
                <a:cubicBezTo>
                  <a:pt x="2154452" y="1113510"/>
                  <a:pt x="2137484" y="1096542"/>
                  <a:pt x="2137484" y="1075610"/>
                </a:cubicBezTo>
                <a:cubicBezTo>
                  <a:pt x="2137484" y="1054678"/>
                  <a:pt x="2154452" y="1037710"/>
                  <a:pt x="2175384" y="1037710"/>
                </a:cubicBezTo>
                <a:close/>
                <a:moveTo>
                  <a:pt x="1961635" y="1037710"/>
                </a:moveTo>
                <a:cubicBezTo>
                  <a:pt x="1982567" y="1037710"/>
                  <a:pt x="1999535" y="1054678"/>
                  <a:pt x="1999535" y="1075610"/>
                </a:cubicBezTo>
                <a:cubicBezTo>
                  <a:pt x="1999535" y="1096542"/>
                  <a:pt x="1982567" y="1113510"/>
                  <a:pt x="1961635" y="1113510"/>
                </a:cubicBezTo>
                <a:cubicBezTo>
                  <a:pt x="1940703" y="1113510"/>
                  <a:pt x="1923735" y="1096542"/>
                  <a:pt x="1923735" y="1075610"/>
                </a:cubicBezTo>
                <a:cubicBezTo>
                  <a:pt x="1923735" y="1054678"/>
                  <a:pt x="1940703" y="1037710"/>
                  <a:pt x="1961635" y="1037710"/>
                </a:cubicBezTo>
                <a:close/>
                <a:moveTo>
                  <a:pt x="1747886" y="1037710"/>
                </a:moveTo>
                <a:cubicBezTo>
                  <a:pt x="1768818" y="1037710"/>
                  <a:pt x="1785786" y="1054678"/>
                  <a:pt x="1785786" y="1075610"/>
                </a:cubicBezTo>
                <a:cubicBezTo>
                  <a:pt x="1785786" y="1096542"/>
                  <a:pt x="1768818" y="1113510"/>
                  <a:pt x="1747886" y="1113510"/>
                </a:cubicBezTo>
                <a:cubicBezTo>
                  <a:pt x="1726954" y="1113510"/>
                  <a:pt x="1709986" y="1096542"/>
                  <a:pt x="1709986" y="1075610"/>
                </a:cubicBezTo>
                <a:cubicBezTo>
                  <a:pt x="1709986" y="1054678"/>
                  <a:pt x="1726954" y="1037710"/>
                  <a:pt x="1747886" y="1037710"/>
                </a:cubicBezTo>
                <a:close/>
                <a:moveTo>
                  <a:pt x="1534138" y="1037710"/>
                </a:moveTo>
                <a:cubicBezTo>
                  <a:pt x="1555070" y="1037710"/>
                  <a:pt x="1572038" y="1054678"/>
                  <a:pt x="1572038" y="1075610"/>
                </a:cubicBezTo>
                <a:cubicBezTo>
                  <a:pt x="1572038" y="1096542"/>
                  <a:pt x="1555070" y="1113510"/>
                  <a:pt x="1534138" y="1113510"/>
                </a:cubicBezTo>
                <a:cubicBezTo>
                  <a:pt x="1513206" y="1113510"/>
                  <a:pt x="1496238" y="1096542"/>
                  <a:pt x="1496238" y="1075610"/>
                </a:cubicBezTo>
                <a:cubicBezTo>
                  <a:pt x="1496238" y="1054678"/>
                  <a:pt x="1513206" y="1037710"/>
                  <a:pt x="1534138" y="1037710"/>
                </a:cubicBezTo>
                <a:close/>
                <a:moveTo>
                  <a:pt x="1320389" y="1037710"/>
                </a:moveTo>
                <a:cubicBezTo>
                  <a:pt x="1341321" y="1037710"/>
                  <a:pt x="1358289" y="1054678"/>
                  <a:pt x="1358289" y="1075610"/>
                </a:cubicBezTo>
                <a:cubicBezTo>
                  <a:pt x="1358289" y="1096542"/>
                  <a:pt x="1341321" y="1113510"/>
                  <a:pt x="1320389" y="1113510"/>
                </a:cubicBezTo>
                <a:cubicBezTo>
                  <a:pt x="1299457" y="1113510"/>
                  <a:pt x="1282489" y="1096542"/>
                  <a:pt x="1282489" y="1075610"/>
                </a:cubicBezTo>
                <a:cubicBezTo>
                  <a:pt x="1282489" y="1054678"/>
                  <a:pt x="1299457" y="1037710"/>
                  <a:pt x="1320389" y="1037710"/>
                </a:cubicBezTo>
                <a:close/>
                <a:moveTo>
                  <a:pt x="1106642" y="1037710"/>
                </a:moveTo>
                <a:cubicBezTo>
                  <a:pt x="1127574" y="1037710"/>
                  <a:pt x="1144542" y="1054678"/>
                  <a:pt x="1144542" y="1075610"/>
                </a:cubicBezTo>
                <a:cubicBezTo>
                  <a:pt x="1144542" y="1096542"/>
                  <a:pt x="1127574" y="1113510"/>
                  <a:pt x="1106642" y="1113510"/>
                </a:cubicBezTo>
                <a:cubicBezTo>
                  <a:pt x="1085710" y="1113510"/>
                  <a:pt x="1068742" y="1096542"/>
                  <a:pt x="1068742" y="1075610"/>
                </a:cubicBezTo>
                <a:cubicBezTo>
                  <a:pt x="1068742" y="1054678"/>
                  <a:pt x="1085710" y="1037710"/>
                  <a:pt x="1106642" y="1037710"/>
                </a:cubicBezTo>
                <a:close/>
                <a:moveTo>
                  <a:pt x="892895" y="1037710"/>
                </a:moveTo>
                <a:cubicBezTo>
                  <a:pt x="913827" y="1037710"/>
                  <a:pt x="930795" y="1054678"/>
                  <a:pt x="930795" y="1075610"/>
                </a:cubicBezTo>
                <a:cubicBezTo>
                  <a:pt x="930795" y="1096542"/>
                  <a:pt x="913827" y="1113510"/>
                  <a:pt x="892895" y="1113510"/>
                </a:cubicBezTo>
                <a:cubicBezTo>
                  <a:pt x="871963" y="1113510"/>
                  <a:pt x="854995" y="1096542"/>
                  <a:pt x="854995" y="1075610"/>
                </a:cubicBezTo>
                <a:cubicBezTo>
                  <a:pt x="854995" y="1054678"/>
                  <a:pt x="871963" y="1037710"/>
                  <a:pt x="892895" y="1037710"/>
                </a:cubicBezTo>
                <a:close/>
                <a:moveTo>
                  <a:pt x="679146" y="1037710"/>
                </a:moveTo>
                <a:cubicBezTo>
                  <a:pt x="700078" y="1037710"/>
                  <a:pt x="717046" y="1054678"/>
                  <a:pt x="717046" y="1075610"/>
                </a:cubicBezTo>
                <a:cubicBezTo>
                  <a:pt x="717046" y="1096542"/>
                  <a:pt x="700078" y="1113510"/>
                  <a:pt x="679146" y="1113510"/>
                </a:cubicBezTo>
                <a:cubicBezTo>
                  <a:pt x="658214" y="1113510"/>
                  <a:pt x="641246" y="1096542"/>
                  <a:pt x="641246" y="1075610"/>
                </a:cubicBezTo>
                <a:cubicBezTo>
                  <a:pt x="641246" y="1054678"/>
                  <a:pt x="658214" y="1037710"/>
                  <a:pt x="679146" y="1037710"/>
                </a:cubicBezTo>
                <a:close/>
                <a:moveTo>
                  <a:pt x="465397" y="1037710"/>
                </a:moveTo>
                <a:cubicBezTo>
                  <a:pt x="486329" y="1037710"/>
                  <a:pt x="503297" y="1054678"/>
                  <a:pt x="503297" y="1075610"/>
                </a:cubicBezTo>
                <a:cubicBezTo>
                  <a:pt x="503297" y="1096542"/>
                  <a:pt x="486329" y="1113510"/>
                  <a:pt x="465397" y="1113510"/>
                </a:cubicBezTo>
                <a:cubicBezTo>
                  <a:pt x="444465" y="1113510"/>
                  <a:pt x="427497" y="1096542"/>
                  <a:pt x="427497" y="1075610"/>
                </a:cubicBezTo>
                <a:cubicBezTo>
                  <a:pt x="427497" y="1054678"/>
                  <a:pt x="444465" y="1037710"/>
                  <a:pt x="465397" y="1037710"/>
                </a:cubicBezTo>
                <a:close/>
                <a:moveTo>
                  <a:pt x="251649" y="1037710"/>
                </a:moveTo>
                <a:cubicBezTo>
                  <a:pt x="272581" y="1037710"/>
                  <a:pt x="289549" y="1054678"/>
                  <a:pt x="289549" y="1075610"/>
                </a:cubicBezTo>
                <a:cubicBezTo>
                  <a:pt x="289549" y="1096542"/>
                  <a:pt x="272581" y="1113510"/>
                  <a:pt x="251649" y="1113510"/>
                </a:cubicBezTo>
                <a:cubicBezTo>
                  <a:pt x="230717" y="1113510"/>
                  <a:pt x="213749" y="1096542"/>
                  <a:pt x="213749" y="1075610"/>
                </a:cubicBezTo>
                <a:cubicBezTo>
                  <a:pt x="213749" y="1054678"/>
                  <a:pt x="230717" y="1037710"/>
                  <a:pt x="251649" y="1037710"/>
                </a:cubicBezTo>
                <a:close/>
                <a:moveTo>
                  <a:pt x="37900" y="1037710"/>
                </a:moveTo>
                <a:cubicBezTo>
                  <a:pt x="58832" y="1037710"/>
                  <a:pt x="75800" y="1054678"/>
                  <a:pt x="75800" y="1075610"/>
                </a:cubicBezTo>
                <a:cubicBezTo>
                  <a:pt x="75800" y="1096542"/>
                  <a:pt x="58832" y="1113510"/>
                  <a:pt x="37900" y="1113510"/>
                </a:cubicBezTo>
                <a:cubicBezTo>
                  <a:pt x="16968" y="1113510"/>
                  <a:pt x="0" y="1096542"/>
                  <a:pt x="0" y="1075610"/>
                </a:cubicBezTo>
                <a:cubicBezTo>
                  <a:pt x="0" y="1054678"/>
                  <a:pt x="16968" y="1037710"/>
                  <a:pt x="37900" y="1037710"/>
                </a:cubicBezTo>
                <a:close/>
                <a:moveTo>
                  <a:pt x="2389131" y="830168"/>
                </a:moveTo>
                <a:cubicBezTo>
                  <a:pt x="2410063" y="830168"/>
                  <a:pt x="2427031" y="847136"/>
                  <a:pt x="2427031" y="868068"/>
                </a:cubicBezTo>
                <a:cubicBezTo>
                  <a:pt x="2427031" y="889000"/>
                  <a:pt x="2410063" y="905968"/>
                  <a:pt x="2389131" y="905968"/>
                </a:cubicBezTo>
                <a:cubicBezTo>
                  <a:pt x="2368199" y="905968"/>
                  <a:pt x="2351231" y="889000"/>
                  <a:pt x="2351231" y="868068"/>
                </a:cubicBezTo>
                <a:cubicBezTo>
                  <a:pt x="2351231" y="847136"/>
                  <a:pt x="2368199" y="830168"/>
                  <a:pt x="2389131" y="830168"/>
                </a:cubicBezTo>
                <a:close/>
                <a:moveTo>
                  <a:pt x="2175384" y="830168"/>
                </a:moveTo>
                <a:cubicBezTo>
                  <a:pt x="2196316" y="830168"/>
                  <a:pt x="2213284" y="847136"/>
                  <a:pt x="2213284" y="868068"/>
                </a:cubicBezTo>
                <a:cubicBezTo>
                  <a:pt x="2213284" y="889000"/>
                  <a:pt x="2196316" y="905968"/>
                  <a:pt x="2175384" y="905968"/>
                </a:cubicBezTo>
                <a:cubicBezTo>
                  <a:pt x="2154452" y="905968"/>
                  <a:pt x="2137484" y="889000"/>
                  <a:pt x="2137484" y="868068"/>
                </a:cubicBezTo>
                <a:cubicBezTo>
                  <a:pt x="2137484" y="847136"/>
                  <a:pt x="2154452" y="830168"/>
                  <a:pt x="2175384" y="830168"/>
                </a:cubicBezTo>
                <a:close/>
                <a:moveTo>
                  <a:pt x="1961635" y="830168"/>
                </a:moveTo>
                <a:cubicBezTo>
                  <a:pt x="1982567" y="830168"/>
                  <a:pt x="1999535" y="847136"/>
                  <a:pt x="1999535" y="868068"/>
                </a:cubicBezTo>
                <a:cubicBezTo>
                  <a:pt x="1999535" y="889000"/>
                  <a:pt x="1982567" y="905968"/>
                  <a:pt x="1961635" y="905968"/>
                </a:cubicBezTo>
                <a:cubicBezTo>
                  <a:pt x="1940703" y="905968"/>
                  <a:pt x="1923735" y="889000"/>
                  <a:pt x="1923735" y="868068"/>
                </a:cubicBezTo>
                <a:cubicBezTo>
                  <a:pt x="1923735" y="847136"/>
                  <a:pt x="1940703" y="830168"/>
                  <a:pt x="1961635" y="830168"/>
                </a:cubicBezTo>
                <a:close/>
                <a:moveTo>
                  <a:pt x="1747886" y="830168"/>
                </a:moveTo>
                <a:cubicBezTo>
                  <a:pt x="1768818" y="830168"/>
                  <a:pt x="1785786" y="847136"/>
                  <a:pt x="1785786" y="868068"/>
                </a:cubicBezTo>
                <a:cubicBezTo>
                  <a:pt x="1785786" y="889000"/>
                  <a:pt x="1768818" y="905968"/>
                  <a:pt x="1747886" y="905968"/>
                </a:cubicBezTo>
                <a:cubicBezTo>
                  <a:pt x="1726954" y="905968"/>
                  <a:pt x="1709986" y="889000"/>
                  <a:pt x="1709986" y="868068"/>
                </a:cubicBezTo>
                <a:cubicBezTo>
                  <a:pt x="1709986" y="847136"/>
                  <a:pt x="1726954" y="830168"/>
                  <a:pt x="1747886" y="830168"/>
                </a:cubicBezTo>
                <a:close/>
                <a:moveTo>
                  <a:pt x="1534138" y="830168"/>
                </a:moveTo>
                <a:cubicBezTo>
                  <a:pt x="1555070" y="830168"/>
                  <a:pt x="1572038" y="847136"/>
                  <a:pt x="1572038" y="868068"/>
                </a:cubicBezTo>
                <a:cubicBezTo>
                  <a:pt x="1572038" y="889000"/>
                  <a:pt x="1555070" y="905968"/>
                  <a:pt x="1534138" y="905968"/>
                </a:cubicBezTo>
                <a:cubicBezTo>
                  <a:pt x="1513206" y="905968"/>
                  <a:pt x="1496238" y="889000"/>
                  <a:pt x="1496238" y="868068"/>
                </a:cubicBezTo>
                <a:cubicBezTo>
                  <a:pt x="1496238" y="847136"/>
                  <a:pt x="1513206" y="830168"/>
                  <a:pt x="1534138" y="830168"/>
                </a:cubicBezTo>
                <a:close/>
                <a:moveTo>
                  <a:pt x="1320389" y="830168"/>
                </a:moveTo>
                <a:cubicBezTo>
                  <a:pt x="1341321" y="830168"/>
                  <a:pt x="1358289" y="847136"/>
                  <a:pt x="1358289" y="868068"/>
                </a:cubicBezTo>
                <a:cubicBezTo>
                  <a:pt x="1358289" y="889000"/>
                  <a:pt x="1341321" y="905968"/>
                  <a:pt x="1320389" y="905968"/>
                </a:cubicBezTo>
                <a:cubicBezTo>
                  <a:pt x="1299457" y="905968"/>
                  <a:pt x="1282489" y="889000"/>
                  <a:pt x="1282489" y="868068"/>
                </a:cubicBezTo>
                <a:cubicBezTo>
                  <a:pt x="1282489" y="847136"/>
                  <a:pt x="1299457" y="830168"/>
                  <a:pt x="1320389" y="830168"/>
                </a:cubicBezTo>
                <a:close/>
                <a:moveTo>
                  <a:pt x="1106642" y="830168"/>
                </a:moveTo>
                <a:cubicBezTo>
                  <a:pt x="1127574" y="830168"/>
                  <a:pt x="1144542" y="847136"/>
                  <a:pt x="1144542" y="868068"/>
                </a:cubicBezTo>
                <a:cubicBezTo>
                  <a:pt x="1144542" y="889000"/>
                  <a:pt x="1127574" y="905968"/>
                  <a:pt x="1106642" y="905968"/>
                </a:cubicBezTo>
                <a:cubicBezTo>
                  <a:pt x="1085710" y="905968"/>
                  <a:pt x="1068742" y="889000"/>
                  <a:pt x="1068742" y="868068"/>
                </a:cubicBezTo>
                <a:cubicBezTo>
                  <a:pt x="1068742" y="847136"/>
                  <a:pt x="1085710" y="830168"/>
                  <a:pt x="1106642" y="830168"/>
                </a:cubicBezTo>
                <a:close/>
                <a:moveTo>
                  <a:pt x="892895" y="830168"/>
                </a:moveTo>
                <a:cubicBezTo>
                  <a:pt x="913827" y="830168"/>
                  <a:pt x="930795" y="847136"/>
                  <a:pt x="930795" y="868068"/>
                </a:cubicBezTo>
                <a:cubicBezTo>
                  <a:pt x="930795" y="889000"/>
                  <a:pt x="913827" y="905968"/>
                  <a:pt x="892895" y="905968"/>
                </a:cubicBezTo>
                <a:cubicBezTo>
                  <a:pt x="871963" y="905968"/>
                  <a:pt x="854995" y="889000"/>
                  <a:pt x="854995" y="868068"/>
                </a:cubicBezTo>
                <a:cubicBezTo>
                  <a:pt x="854995" y="847136"/>
                  <a:pt x="871963" y="830168"/>
                  <a:pt x="892895" y="830168"/>
                </a:cubicBezTo>
                <a:close/>
                <a:moveTo>
                  <a:pt x="679146" y="830168"/>
                </a:moveTo>
                <a:cubicBezTo>
                  <a:pt x="700078" y="830168"/>
                  <a:pt x="717046" y="847136"/>
                  <a:pt x="717046" y="868068"/>
                </a:cubicBezTo>
                <a:cubicBezTo>
                  <a:pt x="717046" y="889000"/>
                  <a:pt x="700078" y="905968"/>
                  <a:pt x="679146" y="905968"/>
                </a:cubicBezTo>
                <a:cubicBezTo>
                  <a:pt x="658214" y="905968"/>
                  <a:pt x="641246" y="889000"/>
                  <a:pt x="641246" y="868068"/>
                </a:cubicBezTo>
                <a:cubicBezTo>
                  <a:pt x="641246" y="847136"/>
                  <a:pt x="658214" y="830168"/>
                  <a:pt x="679146" y="830168"/>
                </a:cubicBezTo>
                <a:close/>
                <a:moveTo>
                  <a:pt x="465397" y="830168"/>
                </a:moveTo>
                <a:cubicBezTo>
                  <a:pt x="486329" y="830168"/>
                  <a:pt x="503297" y="847136"/>
                  <a:pt x="503297" y="868068"/>
                </a:cubicBezTo>
                <a:cubicBezTo>
                  <a:pt x="503297" y="889000"/>
                  <a:pt x="486329" y="905968"/>
                  <a:pt x="465397" y="905968"/>
                </a:cubicBezTo>
                <a:cubicBezTo>
                  <a:pt x="444465" y="905968"/>
                  <a:pt x="427497" y="889000"/>
                  <a:pt x="427497" y="868068"/>
                </a:cubicBezTo>
                <a:cubicBezTo>
                  <a:pt x="427497" y="847136"/>
                  <a:pt x="444465" y="830168"/>
                  <a:pt x="465397" y="830168"/>
                </a:cubicBezTo>
                <a:close/>
                <a:moveTo>
                  <a:pt x="251649" y="830168"/>
                </a:moveTo>
                <a:cubicBezTo>
                  <a:pt x="272581" y="830168"/>
                  <a:pt x="289549" y="847136"/>
                  <a:pt x="289549" y="868068"/>
                </a:cubicBezTo>
                <a:cubicBezTo>
                  <a:pt x="289549" y="889000"/>
                  <a:pt x="272581" y="905968"/>
                  <a:pt x="251649" y="905968"/>
                </a:cubicBezTo>
                <a:cubicBezTo>
                  <a:pt x="230717" y="905968"/>
                  <a:pt x="213749" y="889000"/>
                  <a:pt x="213749" y="868068"/>
                </a:cubicBezTo>
                <a:cubicBezTo>
                  <a:pt x="213749" y="847136"/>
                  <a:pt x="230717" y="830168"/>
                  <a:pt x="251649" y="830168"/>
                </a:cubicBezTo>
                <a:close/>
                <a:moveTo>
                  <a:pt x="37900" y="830168"/>
                </a:moveTo>
                <a:cubicBezTo>
                  <a:pt x="58832" y="830168"/>
                  <a:pt x="75800" y="847136"/>
                  <a:pt x="75800" y="868068"/>
                </a:cubicBezTo>
                <a:cubicBezTo>
                  <a:pt x="75800" y="889000"/>
                  <a:pt x="58832" y="905968"/>
                  <a:pt x="37900" y="905968"/>
                </a:cubicBezTo>
                <a:cubicBezTo>
                  <a:pt x="16968" y="905968"/>
                  <a:pt x="0" y="889000"/>
                  <a:pt x="0" y="868068"/>
                </a:cubicBezTo>
                <a:cubicBezTo>
                  <a:pt x="0" y="847136"/>
                  <a:pt x="16968" y="830168"/>
                  <a:pt x="37900" y="830168"/>
                </a:cubicBezTo>
                <a:close/>
                <a:moveTo>
                  <a:pt x="2389131" y="622626"/>
                </a:moveTo>
                <a:cubicBezTo>
                  <a:pt x="2410063" y="622626"/>
                  <a:pt x="2427031" y="639594"/>
                  <a:pt x="2427031" y="660526"/>
                </a:cubicBezTo>
                <a:cubicBezTo>
                  <a:pt x="2427031" y="681458"/>
                  <a:pt x="2410063" y="698426"/>
                  <a:pt x="2389131" y="698426"/>
                </a:cubicBezTo>
                <a:cubicBezTo>
                  <a:pt x="2368199" y="698426"/>
                  <a:pt x="2351231" y="681458"/>
                  <a:pt x="2351231" y="660526"/>
                </a:cubicBezTo>
                <a:cubicBezTo>
                  <a:pt x="2351231" y="639594"/>
                  <a:pt x="2368199" y="622626"/>
                  <a:pt x="2389131" y="622626"/>
                </a:cubicBezTo>
                <a:close/>
                <a:moveTo>
                  <a:pt x="2175384" y="622626"/>
                </a:moveTo>
                <a:cubicBezTo>
                  <a:pt x="2196316" y="622626"/>
                  <a:pt x="2213284" y="639594"/>
                  <a:pt x="2213284" y="660526"/>
                </a:cubicBezTo>
                <a:cubicBezTo>
                  <a:pt x="2213284" y="681458"/>
                  <a:pt x="2196316" y="698426"/>
                  <a:pt x="2175384" y="698426"/>
                </a:cubicBezTo>
                <a:cubicBezTo>
                  <a:pt x="2154452" y="698426"/>
                  <a:pt x="2137484" y="681458"/>
                  <a:pt x="2137484" y="660526"/>
                </a:cubicBezTo>
                <a:cubicBezTo>
                  <a:pt x="2137484" y="639594"/>
                  <a:pt x="2154452" y="622626"/>
                  <a:pt x="2175384" y="622626"/>
                </a:cubicBezTo>
                <a:close/>
                <a:moveTo>
                  <a:pt x="1961635" y="622626"/>
                </a:moveTo>
                <a:cubicBezTo>
                  <a:pt x="1982567" y="622626"/>
                  <a:pt x="1999535" y="639594"/>
                  <a:pt x="1999535" y="660526"/>
                </a:cubicBezTo>
                <a:cubicBezTo>
                  <a:pt x="1999535" y="681458"/>
                  <a:pt x="1982567" y="698426"/>
                  <a:pt x="1961635" y="698426"/>
                </a:cubicBezTo>
                <a:cubicBezTo>
                  <a:pt x="1940703" y="698426"/>
                  <a:pt x="1923735" y="681458"/>
                  <a:pt x="1923735" y="660526"/>
                </a:cubicBezTo>
                <a:cubicBezTo>
                  <a:pt x="1923735" y="639594"/>
                  <a:pt x="1940703" y="622626"/>
                  <a:pt x="1961635" y="622626"/>
                </a:cubicBezTo>
                <a:close/>
                <a:moveTo>
                  <a:pt x="1747886" y="622626"/>
                </a:moveTo>
                <a:cubicBezTo>
                  <a:pt x="1768818" y="622626"/>
                  <a:pt x="1785786" y="639594"/>
                  <a:pt x="1785786" y="660526"/>
                </a:cubicBezTo>
                <a:cubicBezTo>
                  <a:pt x="1785786" y="681458"/>
                  <a:pt x="1768818" y="698426"/>
                  <a:pt x="1747886" y="698426"/>
                </a:cubicBezTo>
                <a:cubicBezTo>
                  <a:pt x="1726954" y="698426"/>
                  <a:pt x="1709986" y="681458"/>
                  <a:pt x="1709986" y="660526"/>
                </a:cubicBezTo>
                <a:cubicBezTo>
                  <a:pt x="1709986" y="639594"/>
                  <a:pt x="1726954" y="622626"/>
                  <a:pt x="1747886" y="622626"/>
                </a:cubicBezTo>
                <a:close/>
                <a:moveTo>
                  <a:pt x="1534138" y="622626"/>
                </a:moveTo>
                <a:cubicBezTo>
                  <a:pt x="1555070" y="622626"/>
                  <a:pt x="1572038" y="639594"/>
                  <a:pt x="1572038" y="660526"/>
                </a:cubicBezTo>
                <a:cubicBezTo>
                  <a:pt x="1572038" y="681458"/>
                  <a:pt x="1555070" y="698426"/>
                  <a:pt x="1534138" y="698426"/>
                </a:cubicBezTo>
                <a:cubicBezTo>
                  <a:pt x="1513206" y="698426"/>
                  <a:pt x="1496238" y="681458"/>
                  <a:pt x="1496238" y="660526"/>
                </a:cubicBezTo>
                <a:cubicBezTo>
                  <a:pt x="1496238" y="639594"/>
                  <a:pt x="1513206" y="622626"/>
                  <a:pt x="1534138" y="622626"/>
                </a:cubicBezTo>
                <a:close/>
                <a:moveTo>
                  <a:pt x="1320389" y="622626"/>
                </a:moveTo>
                <a:cubicBezTo>
                  <a:pt x="1341321" y="622626"/>
                  <a:pt x="1358289" y="639594"/>
                  <a:pt x="1358289" y="660526"/>
                </a:cubicBezTo>
                <a:cubicBezTo>
                  <a:pt x="1358289" y="681458"/>
                  <a:pt x="1341321" y="698426"/>
                  <a:pt x="1320389" y="698426"/>
                </a:cubicBezTo>
                <a:cubicBezTo>
                  <a:pt x="1299457" y="698426"/>
                  <a:pt x="1282489" y="681458"/>
                  <a:pt x="1282489" y="660526"/>
                </a:cubicBezTo>
                <a:cubicBezTo>
                  <a:pt x="1282489" y="639594"/>
                  <a:pt x="1299457" y="622626"/>
                  <a:pt x="1320389" y="622626"/>
                </a:cubicBezTo>
                <a:close/>
                <a:moveTo>
                  <a:pt x="1106642" y="622626"/>
                </a:moveTo>
                <a:cubicBezTo>
                  <a:pt x="1127574" y="622626"/>
                  <a:pt x="1144542" y="639594"/>
                  <a:pt x="1144542" y="660526"/>
                </a:cubicBezTo>
                <a:cubicBezTo>
                  <a:pt x="1144542" y="681458"/>
                  <a:pt x="1127574" y="698426"/>
                  <a:pt x="1106642" y="698426"/>
                </a:cubicBezTo>
                <a:cubicBezTo>
                  <a:pt x="1085710" y="698426"/>
                  <a:pt x="1068742" y="681458"/>
                  <a:pt x="1068742" y="660526"/>
                </a:cubicBezTo>
                <a:cubicBezTo>
                  <a:pt x="1068742" y="639594"/>
                  <a:pt x="1085710" y="622626"/>
                  <a:pt x="1106642" y="622626"/>
                </a:cubicBezTo>
                <a:close/>
                <a:moveTo>
                  <a:pt x="892895" y="622626"/>
                </a:moveTo>
                <a:cubicBezTo>
                  <a:pt x="913827" y="622626"/>
                  <a:pt x="930795" y="639594"/>
                  <a:pt x="930795" y="660526"/>
                </a:cubicBezTo>
                <a:cubicBezTo>
                  <a:pt x="930795" y="681458"/>
                  <a:pt x="913827" y="698426"/>
                  <a:pt x="892895" y="698426"/>
                </a:cubicBezTo>
                <a:cubicBezTo>
                  <a:pt x="871963" y="698426"/>
                  <a:pt x="854995" y="681458"/>
                  <a:pt x="854995" y="660526"/>
                </a:cubicBezTo>
                <a:cubicBezTo>
                  <a:pt x="854995" y="639594"/>
                  <a:pt x="871963" y="622626"/>
                  <a:pt x="892895" y="622626"/>
                </a:cubicBezTo>
                <a:close/>
                <a:moveTo>
                  <a:pt x="679146" y="622626"/>
                </a:moveTo>
                <a:cubicBezTo>
                  <a:pt x="700078" y="622626"/>
                  <a:pt x="717046" y="639594"/>
                  <a:pt x="717046" y="660526"/>
                </a:cubicBezTo>
                <a:cubicBezTo>
                  <a:pt x="717046" y="681458"/>
                  <a:pt x="700078" y="698426"/>
                  <a:pt x="679146" y="698426"/>
                </a:cubicBezTo>
                <a:cubicBezTo>
                  <a:pt x="658214" y="698426"/>
                  <a:pt x="641246" y="681458"/>
                  <a:pt x="641246" y="660526"/>
                </a:cubicBezTo>
                <a:cubicBezTo>
                  <a:pt x="641246" y="639594"/>
                  <a:pt x="658214" y="622626"/>
                  <a:pt x="679146" y="622626"/>
                </a:cubicBezTo>
                <a:close/>
                <a:moveTo>
                  <a:pt x="465397" y="622626"/>
                </a:moveTo>
                <a:cubicBezTo>
                  <a:pt x="486329" y="622626"/>
                  <a:pt x="503297" y="639594"/>
                  <a:pt x="503297" y="660526"/>
                </a:cubicBezTo>
                <a:cubicBezTo>
                  <a:pt x="503297" y="681458"/>
                  <a:pt x="486329" y="698426"/>
                  <a:pt x="465397" y="698426"/>
                </a:cubicBezTo>
                <a:cubicBezTo>
                  <a:pt x="444465" y="698426"/>
                  <a:pt x="427497" y="681458"/>
                  <a:pt x="427497" y="660526"/>
                </a:cubicBezTo>
                <a:cubicBezTo>
                  <a:pt x="427497" y="639594"/>
                  <a:pt x="444465" y="622626"/>
                  <a:pt x="465397" y="622626"/>
                </a:cubicBezTo>
                <a:close/>
                <a:moveTo>
                  <a:pt x="251649" y="622626"/>
                </a:moveTo>
                <a:cubicBezTo>
                  <a:pt x="272581" y="622626"/>
                  <a:pt x="289549" y="639594"/>
                  <a:pt x="289549" y="660526"/>
                </a:cubicBezTo>
                <a:cubicBezTo>
                  <a:pt x="289549" y="681458"/>
                  <a:pt x="272581" y="698426"/>
                  <a:pt x="251649" y="698426"/>
                </a:cubicBezTo>
                <a:cubicBezTo>
                  <a:pt x="230717" y="698426"/>
                  <a:pt x="213749" y="681458"/>
                  <a:pt x="213749" y="660526"/>
                </a:cubicBezTo>
                <a:cubicBezTo>
                  <a:pt x="213749" y="639594"/>
                  <a:pt x="230717" y="622626"/>
                  <a:pt x="251649" y="622626"/>
                </a:cubicBezTo>
                <a:close/>
                <a:moveTo>
                  <a:pt x="37900" y="622626"/>
                </a:moveTo>
                <a:cubicBezTo>
                  <a:pt x="58832" y="622626"/>
                  <a:pt x="75800" y="639594"/>
                  <a:pt x="75800" y="660526"/>
                </a:cubicBezTo>
                <a:cubicBezTo>
                  <a:pt x="75800" y="681458"/>
                  <a:pt x="58832" y="698426"/>
                  <a:pt x="37900" y="698426"/>
                </a:cubicBezTo>
                <a:cubicBezTo>
                  <a:pt x="16968" y="698426"/>
                  <a:pt x="0" y="681458"/>
                  <a:pt x="0" y="660526"/>
                </a:cubicBezTo>
                <a:cubicBezTo>
                  <a:pt x="0" y="639594"/>
                  <a:pt x="16968" y="622626"/>
                  <a:pt x="37900" y="622626"/>
                </a:cubicBezTo>
                <a:close/>
                <a:moveTo>
                  <a:pt x="2389131" y="415084"/>
                </a:moveTo>
                <a:cubicBezTo>
                  <a:pt x="2410063" y="415084"/>
                  <a:pt x="2427031" y="432052"/>
                  <a:pt x="2427031" y="452984"/>
                </a:cubicBezTo>
                <a:cubicBezTo>
                  <a:pt x="2427031" y="473916"/>
                  <a:pt x="2410063" y="490884"/>
                  <a:pt x="2389131" y="490884"/>
                </a:cubicBezTo>
                <a:cubicBezTo>
                  <a:pt x="2368199" y="490884"/>
                  <a:pt x="2351231" y="473916"/>
                  <a:pt x="2351231" y="452984"/>
                </a:cubicBezTo>
                <a:cubicBezTo>
                  <a:pt x="2351231" y="432052"/>
                  <a:pt x="2368199" y="415084"/>
                  <a:pt x="2389131" y="415084"/>
                </a:cubicBezTo>
                <a:close/>
                <a:moveTo>
                  <a:pt x="2175384" y="415084"/>
                </a:moveTo>
                <a:cubicBezTo>
                  <a:pt x="2196316" y="415084"/>
                  <a:pt x="2213284" y="432052"/>
                  <a:pt x="2213284" y="452984"/>
                </a:cubicBezTo>
                <a:cubicBezTo>
                  <a:pt x="2213284" y="473916"/>
                  <a:pt x="2196316" y="490884"/>
                  <a:pt x="2175384" y="490884"/>
                </a:cubicBezTo>
                <a:cubicBezTo>
                  <a:pt x="2154452" y="490884"/>
                  <a:pt x="2137484" y="473916"/>
                  <a:pt x="2137484" y="452984"/>
                </a:cubicBezTo>
                <a:cubicBezTo>
                  <a:pt x="2137484" y="432052"/>
                  <a:pt x="2154452" y="415084"/>
                  <a:pt x="2175384" y="415084"/>
                </a:cubicBezTo>
                <a:close/>
                <a:moveTo>
                  <a:pt x="1961635" y="415084"/>
                </a:moveTo>
                <a:cubicBezTo>
                  <a:pt x="1982567" y="415084"/>
                  <a:pt x="1999535" y="432052"/>
                  <a:pt x="1999535" y="452984"/>
                </a:cubicBezTo>
                <a:cubicBezTo>
                  <a:pt x="1999535" y="473916"/>
                  <a:pt x="1982567" y="490884"/>
                  <a:pt x="1961635" y="490884"/>
                </a:cubicBezTo>
                <a:cubicBezTo>
                  <a:pt x="1940703" y="490884"/>
                  <a:pt x="1923735" y="473916"/>
                  <a:pt x="1923735" y="452984"/>
                </a:cubicBezTo>
                <a:cubicBezTo>
                  <a:pt x="1923735" y="432052"/>
                  <a:pt x="1940703" y="415084"/>
                  <a:pt x="1961635" y="415084"/>
                </a:cubicBezTo>
                <a:close/>
                <a:moveTo>
                  <a:pt x="1747886" y="415084"/>
                </a:moveTo>
                <a:cubicBezTo>
                  <a:pt x="1768818" y="415084"/>
                  <a:pt x="1785786" y="432052"/>
                  <a:pt x="1785786" y="452984"/>
                </a:cubicBezTo>
                <a:cubicBezTo>
                  <a:pt x="1785786" y="473916"/>
                  <a:pt x="1768818" y="490884"/>
                  <a:pt x="1747886" y="490884"/>
                </a:cubicBezTo>
                <a:cubicBezTo>
                  <a:pt x="1726954" y="490884"/>
                  <a:pt x="1709986" y="473916"/>
                  <a:pt x="1709986" y="452984"/>
                </a:cubicBezTo>
                <a:cubicBezTo>
                  <a:pt x="1709986" y="432052"/>
                  <a:pt x="1726954" y="415084"/>
                  <a:pt x="1747886" y="415084"/>
                </a:cubicBezTo>
                <a:close/>
                <a:moveTo>
                  <a:pt x="1534138" y="415084"/>
                </a:moveTo>
                <a:cubicBezTo>
                  <a:pt x="1555070" y="415084"/>
                  <a:pt x="1572038" y="432052"/>
                  <a:pt x="1572038" y="452984"/>
                </a:cubicBezTo>
                <a:cubicBezTo>
                  <a:pt x="1572038" y="473916"/>
                  <a:pt x="1555070" y="490884"/>
                  <a:pt x="1534138" y="490884"/>
                </a:cubicBezTo>
                <a:cubicBezTo>
                  <a:pt x="1513206" y="490884"/>
                  <a:pt x="1496238" y="473916"/>
                  <a:pt x="1496238" y="452984"/>
                </a:cubicBezTo>
                <a:cubicBezTo>
                  <a:pt x="1496238" y="432052"/>
                  <a:pt x="1513206" y="415084"/>
                  <a:pt x="1534138" y="415084"/>
                </a:cubicBezTo>
                <a:close/>
                <a:moveTo>
                  <a:pt x="1320389" y="415084"/>
                </a:moveTo>
                <a:cubicBezTo>
                  <a:pt x="1341321" y="415084"/>
                  <a:pt x="1358289" y="432052"/>
                  <a:pt x="1358289" y="452984"/>
                </a:cubicBezTo>
                <a:cubicBezTo>
                  <a:pt x="1358289" y="473916"/>
                  <a:pt x="1341321" y="490884"/>
                  <a:pt x="1320389" y="490884"/>
                </a:cubicBezTo>
                <a:cubicBezTo>
                  <a:pt x="1299457" y="490884"/>
                  <a:pt x="1282489" y="473916"/>
                  <a:pt x="1282489" y="452984"/>
                </a:cubicBezTo>
                <a:cubicBezTo>
                  <a:pt x="1282489" y="432052"/>
                  <a:pt x="1299457" y="415084"/>
                  <a:pt x="1320389" y="415084"/>
                </a:cubicBezTo>
                <a:close/>
                <a:moveTo>
                  <a:pt x="1106642" y="415084"/>
                </a:moveTo>
                <a:cubicBezTo>
                  <a:pt x="1127574" y="415084"/>
                  <a:pt x="1144542" y="432052"/>
                  <a:pt x="1144542" y="452984"/>
                </a:cubicBezTo>
                <a:cubicBezTo>
                  <a:pt x="1144542" y="473916"/>
                  <a:pt x="1127574" y="490884"/>
                  <a:pt x="1106642" y="490884"/>
                </a:cubicBezTo>
                <a:cubicBezTo>
                  <a:pt x="1085710" y="490884"/>
                  <a:pt x="1068742" y="473916"/>
                  <a:pt x="1068742" y="452984"/>
                </a:cubicBezTo>
                <a:cubicBezTo>
                  <a:pt x="1068742" y="432052"/>
                  <a:pt x="1085710" y="415084"/>
                  <a:pt x="1106642" y="415084"/>
                </a:cubicBezTo>
                <a:close/>
                <a:moveTo>
                  <a:pt x="892895" y="415084"/>
                </a:moveTo>
                <a:cubicBezTo>
                  <a:pt x="913827" y="415084"/>
                  <a:pt x="930795" y="432052"/>
                  <a:pt x="930795" y="452984"/>
                </a:cubicBezTo>
                <a:cubicBezTo>
                  <a:pt x="930795" y="473916"/>
                  <a:pt x="913827" y="490884"/>
                  <a:pt x="892895" y="490884"/>
                </a:cubicBezTo>
                <a:cubicBezTo>
                  <a:pt x="871963" y="490884"/>
                  <a:pt x="854995" y="473916"/>
                  <a:pt x="854995" y="452984"/>
                </a:cubicBezTo>
                <a:cubicBezTo>
                  <a:pt x="854995" y="432052"/>
                  <a:pt x="871963" y="415084"/>
                  <a:pt x="892895" y="415084"/>
                </a:cubicBezTo>
                <a:close/>
                <a:moveTo>
                  <a:pt x="679146" y="415084"/>
                </a:moveTo>
                <a:cubicBezTo>
                  <a:pt x="700078" y="415084"/>
                  <a:pt x="717046" y="432052"/>
                  <a:pt x="717046" y="452984"/>
                </a:cubicBezTo>
                <a:cubicBezTo>
                  <a:pt x="717046" y="473916"/>
                  <a:pt x="700078" y="490884"/>
                  <a:pt x="679146" y="490884"/>
                </a:cubicBezTo>
                <a:cubicBezTo>
                  <a:pt x="658214" y="490884"/>
                  <a:pt x="641246" y="473916"/>
                  <a:pt x="641246" y="452984"/>
                </a:cubicBezTo>
                <a:cubicBezTo>
                  <a:pt x="641246" y="432052"/>
                  <a:pt x="658214" y="415084"/>
                  <a:pt x="679146" y="415084"/>
                </a:cubicBezTo>
                <a:close/>
                <a:moveTo>
                  <a:pt x="465397" y="415084"/>
                </a:moveTo>
                <a:cubicBezTo>
                  <a:pt x="486329" y="415084"/>
                  <a:pt x="503297" y="432052"/>
                  <a:pt x="503297" y="452984"/>
                </a:cubicBezTo>
                <a:cubicBezTo>
                  <a:pt x="503297" y="473916"/>
                  <a:pt x="486329" y="490884"/>
                  <a:pt x="465397" y="490884"/>
                </a:cubicBezTo>
                <a:cubicBezTo>
                  <a:pt x="444465" y="490884"/>
                  <a:pt x="427497" y="473916"/>
                  <a:pt x="427497" y="452984"/>
                </a:cubicBezTo>
                <a:cubicBezTo>
                  <a:pt x="427497" y="432052"/>
                  <a:pt x="444465" y="415084"/>
                  <a:pt x="465397" y="415084"/>
                </a:cubicBezTo>
                <a:close/>
                <a:moveTo>
                  <a:pt x="251649" y="415084"/>
                </a:moveTo>
                <a:cubicBezTo>
                  <a:pt x="272581" y="415084"/>
                  <a:pt x="289549" y="432052"/>
                  <a:pt x="289549" y="452984"/>
                </a:cubicBezTo>
                <a:cubicBezTo>
                  <a:pt x="289549" y="473916"/>
                  <a:pt x="272581" y="490884"/>
                  <a:pt x="251649" y="490884"/>
                </a:cubicBezTo>
                <a:cubicBezTo>
                  <a:pt x="230717" y="490884"/>
                  <a:pt x="213749" y="473916"/>
                  <a:pt x="213749" y="452984"/>
                </a:cubicBezTo>
                <a:cubicBezTo>
                  <a:pt x="213749" y="432052"/>
                  <a:pt x="230717" y="415084"/>
                  <a:pt x="251649" y="415084"/>
                </a:cubicBezTo>
                <a:close/>
                <a:moveTo>
                  <a:pt x="37900" y="415084"/>
                </a:moveTo>
                <a:cubicBezTo>
                  <a:pt x="58832" y="415084"/>
                  <a:pt x="75800" y="432052"/>
                  <a:pt x="75800" y="452984"/>
                </a:cubicBezTo>
                <a:cubicBezTo>
                  <a:pt x="75800" y="473916"/>
                  <a:pt x="58832" y="490884"/>
                  <a:pt x="37900" y="490884"/>
                </a:cubicBezTo>
                <a:cubicBezTo>
                  <a:pt x="16968" y="490884"/>
                  <a:pt x="0" y="473916"/>
                  <a:pt x="0" y="452984"/>
                </a:cubicBezTo>
                <a:cubicBezTo>
                  <a:pt x="0" y="432052"/>
                  <a:pt x="16968" y="415084"/>
                  <a:pt x="37900" y="415084"/>
                </a:cubicBezTo>
                <a:close/>
                <a:moveTo>
                  <a:pt x="2389131" y="207542"/>
                </a:moveTo>
                <a:cubicBezTo>
                  <a:pt x="2410063" y="207542"/>
                  <a:pt x="2427031" y="224510"/>
                  <a:pt x="2427031" y="245442"/>
                </a:cubicBezTo>
                <a:cubicBezTo>
                  <a:pt x="2427031" y="266374"/>
                  <a:pt x="2410063" y="283342"/>
                  <a:pt x="2389131" y="283342"/>
                </a:cubicBezTo>
                <a:cubicBezTo>
                  <a:pt x="2368199" y="283342"/>
                  <a:pt x="2351231" y="266374"/>
                  <a:pt x="2351231" y="245442"/>
                </a:cubicBezTo>
                <a:cubicBezTo>
                  <a:pt x="2351231" y="224510"/>
                  <a:pt x="2368199" y="207542"/>
                  <a:pt x="2389131" y="207542"/>
                </a:cubicBezTo>
                <a:close/>
                <a:moveTo>
                  <a:pt x="2175384" y="207542"/>
                </a:moveTo>
                <a:cubicBezTo>
                  <a:pt x="2196316" y="207542"/>
                  <a:pt x="2213284" y="224510"/>
                  <a:pt x="2213284" y="245442"/>
                </a:cubicBezTo>
                <a:cubicBezTo>
                  <a:pt x="2213284" y="266374"/>
                  <a:pt x="2196316" y="283342"/>
                  <a:pt x="2175384" y="283342"/>
                </a:cubicBezTo>
                <a:cubicBezTo>
                  <a:pt x="2154452" y="283342"/>
                  <a:pt x="2137484" y="266374"/>
                  <a:pt x="2137484" y="245442"/>
                </a:cubicBezTo>
                <a:cubicBezTo>
                  <a:pt x="2137484" y="224510"/>
                  <a:pt x="2154452" y="207542"/>
                  <a:pt x="2175384" y="207542"/>
                </a:cubicBezTo>
                <a:close/>
                <a:moveTo>
                  <a:pt x="1961635" y="207542"/>
                </a:moveTo>
                <a:cubicBezTo>
                  <a:pt x="1982567" y="207542"/>
                  <a:pt x="1999535" y="224510"/>
                  <a:pt x="1999535" y="245442"/>
                </a:cubicBezTo>
                <a:cubicBezTo>
                  <a:pt x="1999535" y="266374"/>
                  <a:pt x="1982567" y="283342"/>
                  <a:pt x="1961635" y="283342"/>
                </a:cubicBezTo>
                <a:cubicBezTo>
                  <a:pt x="1940703" y="283342"/>
                  <a:pt x="1923735" y="266374"/>
                  <a:pt x="1923735" y="245442"/>
                </a:cubicBezTo>
                <a:cubicBezTo>
                  <a:pt x="1923735" y="224510"/>
                  <a:pt x="1940703" y="207542"/>
                  <a:pt x="1961635" y="207542"/>
                </a:cubicBezTo>
                <a:close/>
                <a:moveTo>
                  <a:pt x="1747886" y="207542"/>
                </a:moveTo>
                <a:cubicBezTo>
                  <a:pt x="1768818" y="207542"/>
                  <a:pt x="1785786" y="224510"/>
                  <a:pt x="1785786" y="245442"/>
                </a:cubicBezTo>
                <a:cubicBezTo>
                  <a:pt x="1785786" y="266374"/>
                  <a:pt x="1768818" y="283342"/>
                  <a:pt x="1747886" y="283342"/>
                </a:cubicBezTo>
                <a:cubicBezTo>
                  <a:pt x="1726954" y="283342"/>
                  <a:pt x="1709986" y="266374"/>
                  <a:pt x="1709986" y="245442"/>
                </a:cubicBezTo>
                <a:cubicBezTo>
                  <a:pt x="1709986" y="224510"/>
                  <a:pt x="1726954" y="207542"/>
                  <a:pt x="1747886" y="207542"/>
                </a:cubicBezTo>
                <a:close/>
                <a:moveTo>
                  <a:pt x="1534138" y="207542"/>
                </a:moveTo>
                <a:cubicBezTo>
                  <a:pt x="1555070" y="207542"/>
                  <a:pt x="1572038" y="224510"/>
                  <a:pt x="1572038" y="245442"/>
                </a:cubicBezTo>
                <a:cubicBezTo>
                  <a:pt x="1572038" y="266374"/>
                  <a:pt x="1555070" y="283342"/>
                  <a:pt x="1534138" y="283342"/>
                </a:cubicBezTo>
                <a:cubicBezTo>
                  <a:pt x="1513206" y="283342"/>
                  <a:pt x="1496238" y="266374"/>
                  <a:pt x="1496238" y="245442"/>
                </a:cubicBezTo>
                <a:cubicBezTo>
                  <a:pt x="1496238" y="224510"/>
                  <a:pt x="1513206" y="207542"/>
                  <a:pt x="1534138" y="207542"/>
                </a:cubicBezTo>
                <a:close/>
                <a:moveTo>
                  <a:pt x="1320389" y="207542"/>
                </a:moveTo>
                <a:cubicBezTo>
                  <a:pt x="1341321" y="207542"/>
                  <a:pt x="1358289" y="224510"/>
                  <a:pt x="1358289" y="245442"/>
                </a:cubicBezTo>
                <a:cubicBezTo>
                  <a:pt x="1358289" y="266374"/>
                  <a:pt x="1341321" y="283342"/>
                  <a:pt x="1320389" y="283342"/>
                </a:cubicBezTo>
                <a:cubicBezTo>
                  <a:pt x="1299457" y="283342"/>
                  <a:pt x="1282489" y="266374"/>
                  <a:pt x="1282489" y="245442"/>
                </a:cubicBezTo>
                <a:cubicBezTo>
                  <a:pt x="1282489" y="224510"/>
                  <a:pt x="1299457" y="207542"/>
                  <a:pt x="1320389" y="207542"/>
                </a:cubicBezTo>
                <a:close/>
                <a:moveTo>
                  <a:pt x="1106642" y="207542"/>
                </a:moveTo>
                <a:cubicBezTo>
                  <a:pt x="1127574" y="207542"/>
                  <a:pt x="1144542" y="224510"/>
                  <a:pt x="1144542" y="245442"/>
                </a:cubicBezTo>
                <a:cubicBezTo>
                  <a:pt x="1144542" y="266374"/>
                  <a:pt x="1127574" y="283342"/>
                  <a:pt x="1106642" y="283342"/>
                </a:cubicBezTo>
                <a:cubicBezTo>
                  <a:pt x="1085710" y="283342"/>
                  <a:pt x="1068742" y="266374"/>
                  <a:pt x="1068742" y="245442"/>
                </a:cubicBezTo>
                <a:cubicBezTo>
                  <a:pt x="1068742" y="224510"/>
                  <a:pt x="1085710" y="207542"/>
                  <a:pt x="1106642" y="207542"/>
                </a:cubicBezTo>
                <a:close/>
                <a:moveTo>
                  <a:pt x="892895" y="207542"/>
                </a:moveTo>
                <a:cubicBezTo>
                  <a:pt x="913827" y="207542"/>
                  <a:pt x="930795" y="224510"/>
                  <a:pt x="930795" y="245442"/>
                </a:cubicBezTo>
                <a:cubicBezTo>
                  <a:pt x="930795" y="266374"/>
                  <a:pt x="913827" y="283342"/>
                  <a:pt x="892895" y="283342"/>
                </a:cubicBezTo>
                <a:cubicBezTo>
                  <a:pt x="871963" y="283342"/>
                  <a:pt x="854995" y="266374"/>
                  <a:pt x="854995" y="245442"/>
                </a:cubicBezTo>
                <a:cubicBezTo>
                  <a:pt x="854995" y="224510"/>
                  <a:pt x="871963" y="207542"/>
                  <a:pt x="892895" y="207542"/>
                </a:cubicBezTo>
                <a:close/>
                <a:moveTo>
                  <a:pt x="679146" y="207542"/>
                </a:moveTo>
                <a:cubicBezTo>
                  <a:pt x="700078" y="207542"/>
                  <a:pt x="717046" y="224510"/>
                  <a:pt x="717046" y="245442"/>
                </a:cubicBezTo>
                <a:cubicBezTo>
                  <a:pt x="717046" y="266374"/>
                  <a:pt x="700078" y="283342"/>
                  <a:pt x="679146" y="283342"/>
                </a:cubicBezTo>
                <a:cubicBezTo>
                  <a:pt x="658214" y="283342"/>
                  <a:pt x="641246" y="266374"/>
                  <a:pt x="641246" y="245442"/>
                </a:cubicBezTo>
                <a:cubicBezTo>
                  <a:pt x="641246" y="224510"/>
                  <a:pt x="658214" y="207542"/>
                  <a:pt x="679146" y="207542"/>
                </a:cubicBezTo>
                <a:close/>
                <a:moveTo>
                  <a:pt x="465397" y="207542"/>
                </a:moveTo>
                <a:cubicBezTo>
                  <a:pt x="486329" y="207542"/>
                  <a:pt x="503297" y="224510"/>
                  <a:pt x="503297" y="245442"/>
                </a:cubicBezTo>
                <a:cubicBezTo>
                  <a:pt x="503297" y="266374"/>
                  <a:pt x="486329" y="283342"/>
                  <a:pt x="465397" y="283342"/>
                </a:cubicBezTo>
                <a:cubicBezTo>
                  <a:pt x="444465" y="283342"/>
                  <a:pt x="427497" y="266374"/>
                  <a:pt x="427497" y="245442"/>
                </a:cubicBezTo>
                <a:cubicBezTo>
                  <a:pt x="427497" y="224510"/>
                  <a:pt x="444465" y="207542"/>
                  <a:pt x="465397" y="207542"/>
                </a:cubicBezTo>
                <a:close/>
                <a:moveTo>
                  <a:pt x="251649" y="207542"/>
                </a:moveTo>
                <a:cubicBezTo>
                  <a:pt x="272581" y="207542"/>
                  <a:pt x="289549" y="224510"/>
                  <a:pt x="289549" y="245442"/>
                </a:cubicBezTo>
                <a:cubicBezTo>
                  <a:pt x="289549" y="266374"/>
                  <a:pt x="272581" y="283342"/>
                  <a:pt x="251649" y="283342"/>
                </a:cubicBezTo>
                <a:cubicBezTo>
                  <a:pt x="230717" y="283342"/>
                  <a:pt x="213749" y="266374"/>
                  <a:pt x="213749" y="245442"/>
                </a:cubicBezTo>
                <a:cubicBezTo>
                  <a:pt x="213749" y="224510"/>
                  <a:pt x="230717" y="207542"/>
                  <a:pt x="251649" y="207542"/>
                </a:cubicBezTo>
                <a:close/>
                <a:moveTo>
                  <a:pt x="37900" y="207542"/>
                </a:moveTo>
                <a:cubicBezTo>
                  <a:pt x="58832" y="207542"/>
                  <a:pt x="75800" y="224510"/>
                  <a:pt x="75800" y="245442"/>
                </a:cubicBezTo>
                <a:cubicBezTo>
                  <a:pt x="75800" y="266374"/>
                  <a:pt x="58832" y="283342"/>
                  <a:pt x="37900" y="283342"/>
                </a:cubicBezTo>
                <a:cubicBezTo>
                  <a:pt x="16968" y="283342"/>
                  <a:pt x="0" y="266374"/>
                  <a:pt x="0" y="245442"/>
                </a:cubicBezTo>
                <a:cubicBezTo>
                  <a:pt x="0" y="224510"/>
                  <a:pt x="16968" y="207542"/>
                  <a:pt x="37900" y="207542"/>
                </a:cubicBezTo>
                <a:close/>
                <a:moveTo>
                  <a:pt x="2389131" y="0"/>
                </a:moveTo>
                <a:cubicBezTo>
                  <a:pt x="2410063" y="0"/>
                  <a:pt x="2427031" y="16968"/>
                  <a:pt x="2427031" y="37900"/>
                </a:cubicBezTo>
                <a:cubicBezTo>
                  <a:pt x="2427031" y="58832"/>
                  <a:pt x="2410063" y="75800"/>
                  <a:pt x="2389131" y="75800"/>
                </a:cubicBezTo>
                <a:cubicBezTo>
                  <a:pt x="2368199" y="75800"/>
                  <a:pt x="2351231" y="58832"/>
                  <a:pt x="2351231" y="37900"/>
                </a:cubicBezTo>
                <a:cubicBezTo>
                  <a:pt x="2351231" y="16968"/>
                  <a:pt x="2368199" y="0"/>
                  <a:pt x="2389131" y="0"/>
                </a:cubicBezTo>
                <a:close/>
                <a:moveTo>
                  <a:pt x="2175384" y="0"/>
                </a:moveTo>
                <a:cubicBezTo>
                  <a:pt x="2196316" y="0"/>
                  <a:pt x="2213284" y="16968"/>
                  <a:pt x="2213284" y="37900"/>
                </a:cubicBezTo>
                <a:cubicBezTo>
                  <a:pt x="2213284" y="58832"/>
                  <a:pt x="2196316" y="75800"/>
                  <a:pt x="2175384" y="75800"/>
                </a:cubicBezTo>
                <a:cubicBezTo>
                  <a:pt x="2154452" y="75800"/>
                  <a:pt x="2137484" y="58832"/>
                  <a:pt x="2137484" y="37900"/>
                </a:cubicBezTo>
                <a:cubicBezTo>
                  <a:pt x="2137484" y="16968"/>
                  <a:pt x="2154452" y="0"/>
                  <a:pt x="2175384" y="0"/>
                </a:cubicBezTo>
                <a:close/>
                <a:moveTo>
                  <a:pt x="1961635" y="0"/>
                </a:moveTo>
                <a:cubicBezTo>
                  <a:pt x="1982567" y="0"/>
                  <a:pt x="1999535" y="16968"/>
                  <a:pt x="1999535" y="37900"/>
                </a:cubicBezTo>
                <a:cubicBezTo>
                  <a:pt x="1999535" y="58832"/>
                  <a:pt x="1982567" y="75800"/>
                  <a:pt x="1961635" y="75800"/>
                </a:cubicBezTo>
                <a:cubicBezTo>
                  <a:pt x="1940703" y="75800"/>
                  <a:pt x="1923735" y="58832"/>
                  <a:pt x="1923735" y="37900"/>
                </a:cubicBezTo>
                <a:cubicBezTo>
                  <a:pt x="1923735" y="16968"/>
                  <a:pt x="1940703" y="0"/>
                  <a:pt x="1961635" y="0"/>
                </a:cubicBezTo>
                <a:close/>
                <a:moveTo>
                  <a:pt x="1747886" y="0"/>
                </a:moveTo>
                <a:cubicBezTo>
                  <a:pt x="1768818" y="0"/>
                  <a:pt x="1785786" y="16968"/>
                  <a:pt x="1785786" y="37900"/>
                </a:cubicBezTo>
                <a:cubicBezTo>
                  <a:pt x="1785786" y="58832"/>
                  <a:pt x="1768818" y="75800"/>
                  <a:pt x="1747886" y="75800"/>
                </a:cubicBezTo>
                <a:cubicBezTo>
                  <a:pt x="1726954" y="75800"/>
                  <a:pt x="1709986" y="58832"/>
                  <a:pt x="1709986" y="37900"/>
                </a:cubicBezTo>
                <a:cubicBezTo>
                  <a:pt x="1709986" y="16968"/>
                  <a:pt x="1726954" y="0"/>
                  <a:pt x="1747886" y="0"/>
                </a:cubicBezTo>
                <a:close/>
                <a:moveTo>
                  <a:pt x="1534138" y="0"/>
                </a:moveTo>
                <a:cubicBezTo>
                  <a:pt x="1555070" y="0"/>
                  <a:pt x="1572038" y="16968"/>
                  <a:pt x="1572038" y="37900"/>
                </a:cubicBezTo>
                <a:cubicBezTo>
                  <a:pt x="1572038" y="58832"/>
                  <a:pt x="1555070" y="75800"/>
                  <a:pt x="1534138" y="75800"/>
                </a:cubicBezTo>
                <a:cubicBezTo>
                  <a:pt x="1513206" y="75800"/>
                  <a:pt x="1496238" y="58832"/>
                  <a:pt x="1496238" y="37900"/>
                </a:cubicBezTo>
                <a:cubicBezTo>
                  <a:pt x="1496238" y="16968"/>
                  <a:pt x="1513206" y="0"/>
                  <a:pt x="1534138" y="0"/>
                </a:cubicBezTo>
                <a:close/>
                <a:moveTo>
                  <a:pt x="1320389" y="0"/>
                </a:moveTo>
                <a:cubicBezTo>
                  <a:pt x="1341321" y="0"/>
                  <a:pt x="1358289" y="16968"/>
                  <a:pt x="1358289" y="37900"/>
                </a:cubicBezTo>
                <a:cubicBezTo>
                  <a:pt x="1358289" y="58832"/>
                  <a:pt x="1341321" y="75800"/>
                  <a:pt x="1320389" y="75800"/>
                </a:cubicBezTo>
                <a:cubicBezTo>
                  <a:pt x="1299457" y="75800"/>
                  <a:pt x="1282489" y="58832"/>
                  <a:pt x="1282489" y="37900"/>
                </a:cubicBezTo>
                <a:cubicBezTo>
                  <a:pt x="1282489" y="16968"/>
                  <a:pt x="1299457" y="0"/>
                  <a:pt x="1320389" y="0"/>
                </a:cubicBezTo>
                <a:close/>
                <a:moveTo>
                  <a:pt x="1106642" y="0"/>
                </a:moveTo>
                <a:cubicBezTo>
                  <a:pt x="1127574" y="0"/>
                  <a:pt x="1144542" y="16968"/>
                  <a:pt x="1144542" y="37900"/>
                </a:cubicBezTo>
                <a:cubicBezTo>
                  <a:pt x="1144542" y="58832"/>
                  <a:pt x="1127574" y="75800"/>
                  <a:pt x="1106642" y="75800"/>
                </a:cubicBezTo>
                <a:cubicBezTo>
                  <a:pt x="1085710" y="75800"/>
                  <a:pt x="1068742" y="58832"/>
                  <a:pt x="1068742" y="37900"/>
                </a:cubicBezTo>
                <a:cubicBezTo>
                  <a:pt x="1068742" y="16968"/>
                  <a:pt x="1085710" y="0"/>
                  <a:pt x="1106642" y="0"/>
                </a:cubicBezTo>
                <a:close/>
                <a:moveTo>
                  <a:pt x="892895" y="0"/>
                </a:moveTo>
                <a:cubicBezTo>
                  <a:pt x="913827" y="0"/>
                  <a:pt x="930795" y="16968"/>
                  <a:pt x="930795" y="37900"/>
                </a:cubicBezTo>
                <a:cubicBezTo>
                  <a:pt x="930795" y="58832"/>
                  <a:pt x="913827" y="75800"/>
                  <a:pt x="892895" y="75800"/>
                </a:cubicBezTo>
                <a:cubicBezTo>
                  <a:pt x="871963" y="75800"/>
                  <a:pt x="854995" y="58832"/>
                  <a:pt x="854995" y="37900"/>
                </a:cubicBezTo>
                <a:cubicBezTo>
                  <a:pt x="854995" y="16968"/>
                  <a:pt x="871963" y="0"/>
                  <a:pt x="892895" y="0"/>
                </a:cubicBezTo>
                <a:close/>
                <a:moveTo>
                  <a:pt x="679146" y="0"/>
                </a:moveTo>
                <a:cubicBezTo>
                  <a:pt x="700078" y="0"/>
                  <a:pt x="717046" y="16968"/>
                  <a:pt x="717046" y="37900"/>
                </a:cubicBezTo>
                <a:cubicBezTo>
                  <a:pt x="717046" y="58832"/>
                  <a:pt x="700078" y="75800"/>
                  <a:pt x="679146" y="75800"/>
                </a:cubicBezTo>
                <a:cubicBezTo>
                  <a:pt x="658214" y="75800"/>
                  <a:pt x="641246" y="58832"/>
                  <a:pt x="641246" y="37900"/>
                </a:cubicBezTo>
                <a:cubicBezTo>
                  <a:pt x="641246" y="16968"/>
                  <a:pt x="658214" y="0"/>
                  <a:pt x="679146" y="0"/>
                </a:cubicBezTo>
                <a:close/>
                <a:moveTo>
                  <a:pt x="465397" y="0"/>
                </a:moveTo>
                <a:cubicBezTo>
                  <a:pt x="486329" y="0"/>
                  <a:pt x="503297" y="16968"/>
                  <a:pt x="503297" y="37900"/>
                </a:cubicBezTo>
                <a:cubicBezTo>
                  <a:pt x="503297" y="58832"/>
                  <a:pt x="486329" y="75800"/>
                  <a:pt x="465397" y="75800"/>
                </a:cubicBezTo>
                <a:cubicBezTo>
                  <a:pt x="444465" y="75800"/>
                  <a:pt x="427497" y="58832"/>
                  <a:pt x="427497" y="37900"/>
                </a:cubicBezTo>
                <a:cubicBezTo>
                  <a:pt x="427497" y="16968"/>
                  <a:pt x="444465" y="0"/>
                  <a:pt x="465397" y="0"/>
                </a:cubicBezTo>
                <a:close/>
                <a:moveTo>
                  <a:pt x="251649" y="0"/>
                </a:moveTo>
                <a:cubicBezTo>
                  <a:pt x="272581" y="0"/>
                  <a:pt x="289549" y="16968"/>
                  <a:pt x="289549" y="37900"/>
                </a:cubicBezTo>
                <a:cubicBezTo>
                  <a:pt x="289549" y="58832"/>
                  <a:pt x="272581" y="75800"/>
                  <a:pt x="251649" y="75800"/>
                </a:cubicBezTo>
                <a:cubicBezTo>
                  <a:pt x="230717" y="75800"/>
                  <a:pt x="213749" y="58832"/>
                  <a:pt x="213749" y="37900"/>
                </a:cubicBezTo>
                <a:cubicBezTo>
                  <a:pt x="213749" y="16968"/>
                  <a:pt x="230717" y="0"/>
                  <a:pt x="251649" y="0"/>
                </a:cubicBezTo>
                <a:close/>
                <a:moveTo>
                  <a:pt x="37900" y="0"/>
                </a:moveTo>
                <a:cubicBezTo>
                  <a:pt x="58832" y="0"/>
                  <a:pt x="75800" y="16968"/>
                  <a:pt x="75800" y="37900"/>
                </a:cubicBezTo>
                <a:cubicBezTo>
                  <a:pt x="75800" y="58832"/>
                  <a:pt x="58832" y="75800"/>
                  <a:pt x="37900" y="75800"/>
                </a:cubicBezTo>
                <a:cubicBezTo>
                  <a:pt x="16968" y="75800"/>
                  <a:pt x="0" y="58832"/>
                  <a:pt x="0" y="37900"/>
                </a:cubicBezTo>
                <a:cubicBezTo>
                  <a:pt x="0" y="16968"/>
                  <a:pt x="16968" y="0"/>
                  <a:pt x="37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>
            <p:custDataLst>
              <p:tags r:id="rId14"/>
            </p:custDataLst>
          </p:nvPr>
        </p:nvSpPr>
        <p:spPr>
          <a:xfrm>
            <a:off x="7372985" y="4102735"/>
            <a:ext cx="4819015" cy="275526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15"/>
            </p:custDataLst>
          </p:nvPr>
        </p:nvSpPr>
        <p:spPr>
          <a:xfrm>
            <a:off x="0" y="5707380"/>
            <a:ext cx="1194435" cy="1150620"/>
          </a:xfrm>
          <a:custGeom>
            <a:avLst/>
            <a:gdLst>
              <a:gd name="connsiteX0" fmla="*/ 0 w 1194141"/>
              <a:gd name="connsiteY0" fmla="*/ 1050924 h 1150326"/>
              <a:gd name="connsiteX1" fmla="*/ 10634 w 1194141"/>
              <a:gd name="connsiteY1" fmla="*/ 1070516 h 1150326"/>
              <a:gd name="connsiteX2" fmla="*/ 61715 w 1194141"/>
              <a:gd name="connsiteY2" fmla="*/ 1132426 h 1150326"/>
              <a:gd name="connsiteX3" fmla="*/ 83410 w 1194141"/>
              <a:gd name="connsiteY3" fmla="*/ 1150326 h 1150326"/>
              <a:gd name="connsiteX4" fmla="*/ 0 w 1194141"/>
              <a:gd name="connsiteY4" fmla="*/ 1150326 h 1150326"/>
              <a:gd name="connsiteX5" fmla="*/ 357511 w 1194141"/>
              <a:gd name="connsiteY5" fmla="*/ 752968 h 1150326"/>
              <a:gd name="connsiteX6" fmla="*/ 273848 w 1194141"/>
              <a:gd name="connsiteY6" fmla="*/ 836631 h 1150326"/>
              <a:gd name="connsiteX7" fmla="*/ 357511 w 1194141"/>
              <a:gd name="connsiteY7" fmla="*/ 920294 h 1150326"/>
              <a:gd name="connsiteX8" fmla="*/ 441174 w 1194141"/>
              <a:gd name="connsiteY8" fmla="*/ 836631 h 1150326"/>
              <a:gd name="connsiteX9" fmla="*/ 357511 w 1194141"/>
              <a:gd name="connsiteY9" fmla="*/ 752968 h 1150326"/>
              <a:gd name="connsiteX10" fmla="*/ 357511 w 1194141"/>
              <a:gd name="connsiteY10" fmla="*/ 669305 h 1150326"/>
              <a:gd name="connsiteX11" fmla="*/ 524837 w 1194141"/>
              <a:gd name="connsiteY11" fmla="*/ 836631 h 1150326"/>
              <a:gd name="connsiteX12" fmla="*/ 357511 w 1194141"/>
              <a:gd name="connsiteY12" fmla="*/ 1003957 h 1150326"/>
              <a:gd name="connsiteX13" fmla="*/ 190185 w 1194141"/>
              <a:gd name="connsiteY13" fmla="*/ 836631 h 1150326"/>
              <a:gd name="connsiteX14" fmla="*/ 357511 w 1194141"/>
              <a:gd name="connsiteY14" fmla="*/ 669305 h 1150326"/>
              <a:gd name="connsiteX15" fmla="*/ 357511 w 1194141"/>
              <a:gd name="connsiteY15" fmla="*/ 585641 h 1150326"/>
              <a:gd name="connsiteX16" fmla="*/ 106521 w 1194141"/>
              <a:gd name="connsiteY16" fmla="*/ 836631 h 1150326"/>
              <a:gd name="connsiteX17" fmla="*/ 357511 w 1194141"/>
              <a:gd name="connsiteY17" fmla="*/ 1087620 h 1150326"/>
              <a:gd name="connsiteX18" fmla="*/ 608500 w 1194141"/>
              <a:gd name="connsiteY18" fmla="*/ 836631 h 1150326"/>
              <a:gd name="connsiteX19" fmla="*/ 357511 w 1194141"/>
              <a:gd name="connsiteY19" fmla="*/ 585641 h 1150326"/>
              <a:gd name="connsiteX20" fmla="*/ 357511 w 1194141"/>
              <a:gd name="connsiteY20" fmla="*/ 501978 h 1150326"/>
              <a:gd name="connsiteX21" fmla="*/ 692163 w 1194141"/>
              <a:gd name="connsiteY21" fmla="*/ 836631 h 1150326"/>
              <a:gd name="connsiteX22" fmla="*/ 487772 w 1194141"/>
              <a:gd name="connsiteY22" fmla="*/ 1144985 h 1150326"/>
              <a:gd name="connsiteX23" fmla="*/ 470564 w 1194141"/>
              <a:gd name="connsiteY23" fmla="*/ 1150326 h 1150326"/>
              <a:gd name="connsiteX24" fmla="*/ 244457 w 1194141"/>
              <a:gd name="connsiteY24" fmla="*/ 1150326 h 1150326"/>
              <a:gd name="connsiteX25" fmla="*/ 227249 w 1194141"/>
              <a:gd name="connsiteY25" fmla="*/ 1144985 h 1150326"/>
              <a:gd name="connsiteX26" fmla="*/ 22858 w 1194141"/>
              <a:gd name="connsiteY26" fmla="*/ 836631 h 1150326"/>
              <a:gd name="connsiteX27" fmla="*/ 357511 w 1194141"/>
              <a:gd name="connsiteY27" fmla="*/ 501978 h 1150326"/>
              <a:gd name="connsiteX28" fmla="*/ 357511 w 1194141"/>
              <a:gd name="connsiteY28" fmla="*/ 334653 h 1150326"/>
              <a:gd name="connsiteX29" fmla="*/ 859490 w 1194141"/>
              <a:gd name="connsiteY29" fmla="*/ 836631 h 1150326"/>
              <a:gd name="connsiteX30" fmla="*/ 773760 w 1194141"/>
              <a:gd name="connsiteY30" fmla="*/ 1117291 h 1150326"/>
              <a:gd name="connsiteX31" fmla="*/ 746503 w 1194141"/>
              <a:gd name="connsiteY31" fmla="*/ 1150326 h 1150326"/>
              <a:gd name="connsiteX32" fmla="*/ 631612 w 1194141"/>
              <a:gd name="connsiteY32" fmla="*/ 1150326 h 1150326"/>
              <a:gd name="connsiteX33" fmla="*/ 653307 w 1194141"/>
              <a:gd name="connsiteY33" fmla="*/ 1132426 h 1150326"/>
              <a:gd name="connsiteX34" fmla="*/ 775829 w 1194141"/>
              <a:gd name="connsiteY34" fmla="*/ 836631 h 1150326"/>
              <a:gd name="connsiteX35" fmla="*/ 357511 w 1194141"/>
              <a:gd name="connsiteY35" fmla="*/ 418312 h 1150326"/>
              <a:gd name="connsiteX36" fmla="*/ 10634 w 1194141"/>
              <a:gd name="connsiteY36" fmla="*/ 602745 h 1150326"/>
              <a:gd name="connsiteX37" fmla="*/ 0 w 1194141"/>
              <a:gd name="connsiteY37" fmla="*/ 622337 h 1150326"/>
              <a:gd name="connsiteX38" fmla="*/ 0 w 1194141"/>
              <a:gd name="connsiteY38" fmla="*/ 484779 h 1150326"/>
              <a:gd name="connsiteX39" fmla="*/ 2559 w 1194141"/>
              <a:gd name="connsiteY39" fmla="*/ 481679 h 1150326"/>
              <a:gd name="connsiteX40" fmla="*/ 357511 w 1194141"/>
              <a:gd name="connsiteY40" fmla="*/ 334653 h 1150326"/>
              <a:gd name="connsiteX41" fmla="*/ 357511 w 1194141"/>
              <a:gd name="connsiteY41" fmla="*/ 167326 h 1150326"/>
              <a:gd name="connsiteX42" fmla="*/ 1026815 w 1194141"/>
              <a:gd name="connsiteY42" fmla="*/ 836631 h 1150326"/>
              <a:gd name="connsiteX43" fmla="*/ 974218 w 1194141"/>
              <a:gd name="connsiteY43" fmla="*/ 1097154 h 1150326"/>
              <a:gd name="connsiteX44" fmla="*/ 945357 w 1194141"/>
              <a:gd name="connsiteY44" fmla="*/ 1150326 h 1150326"/>
              <a:gd name="connsiteX45" fmla="*/ 850592 w 1194141"/>
              <a:gd name="connsiteY45" fmla="*/ 1150326 h 1150326"/>
              <a:gd name="connsiteX46" fmla="*/ 897129 w 1194141"/>
              <a:gd name="connsiteY46" fmla="*/ 1064589 h 1150326"/>
              <a:gd name="connsiteX47" fmla="*/ 943152 w 1194141"/>
              <a:gd name="connsiteY47" fmla="*/ 836631 h 1150326"/>
              <a:gd name="connsiteX48" fmla="*/ 357511 w 1194141"/>
              <a:gd name="connsiteY48" fmla="*/ 250990 h 1150326"/>
              <a:gd name="connsiteX49" fmla="*/ 30073 w 1194141"/>
              <a:gd name="connsiteY49" fmla="*/ 351008 h 1150326"/>
              <a:gd name="connsiteX50" fmla="*/ 0 w 1194141"/>
              <a:gd name="connsiteY50" fmla="*/ 375821 h 1150326"/>
              <a:gd name="connsiteX51" fmla="*/ 0 w 1194141"/>
              <a:gd name="connsiteY51" fmla="*/ 272566 h 1150326"/>
              <a:gd name="connsiteX52" fmla="*/ 96987 w 1194141"/>
              <a:gd name="connsiteY52" fmla="*/ 219924 h 1150326"/>
              <a:gd name="connsiteX53" fmla="*/ 357511 w 1194141"/>
              <a:gd name="connsiteY53" fmla="*/ 167326 h 1150326"/>
              <a:gd name="connsiteX54" fmla="*/ 357511 w 1194141"/>
              <a:gd name="connsiteY54" fmla="*/ 0 h 1150326"/>
              <a:gd name="connsiteX55" fmla="*/ 1194141 w 1194141"/>
              <a:gd name="connsiteY55" fmla="*/ 836631 h 1150326"/>
              <a:gd name="connsiteX56" fmla="*/ 1177144 w 1194141"/>
              <a:gd name="connsiteY56" fmla="*/ 1005241 h 1150326"/>
              <a:gd name="connsiteX57" fmla="*/ 1132107 w 1194141"/>
              <a:gd name="connsiteY57" fmla="*/ 1150326 h 1150326"/>
              <a:gd name="connsiteX58" fmla="*/ 1040121 w 1194141"/>
              <a:gd name="connsiteY58" fmla="*/ 1150326 h 1150326"/>
              <a:gd name="connsiteX59" fmla="*/ 1051306 w 1194141"/>
              <a:gd name="connsiteY59" fmla="*/ 1129720 h 1150326"/>
              <a:gd name="connsiteX60" fmla="*/ 1110478 w 1194141"/>
              <a:gd name="connsiteY60" fmla="*/ 836631 h 1150326"/>
              <a:gd name="connsiteX61" fmla="*/ 357511 w 1194141"/>
              <a:gd name="connsiteY61" fmla="*/ 83663 h 1150326"/>
              <a:gd name="connsiteX62" fmla="*/ 64422 w 1194141"/>
              <a:gd name="connsiteY62" fmla="*/ 142835 h 1150326"/>
              <a:gd name="connsiteX63" fmla="*/ 0 w 1194141"/>
              <a:gd name="connsiteY63" fmla="*/ 177802 h 1150326"/>
              <a:gd name="connsiteX64" fmla="*/ 0 w 1194141"/>
              <a:gd name="connsiteY64" fmla="*/ 83038 h 1150326"/>
              <a:gd name="connsiteX65" fmla="*/ 31856 w 1194141"/>
              <a:gd name="connsiteY65" fmla="*/ 65747 h 1150326"/>
              <a:gd name="connsiteX66" fmla="*/ 357511 w 1194141"/>
              <a:gd name="connsiteY66" fmla="*/ 0 h 115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94141" h="1150326">
                <a:moveTo>
                  <a:pt x="0" y="1050924"/>
                </a:moveTo>
                <a:lnTo>
                  <a:pt x="10634" y="1070516"/>
                </a:lnTo>
                <a:cubicBezTo>
                  <a:pt x="25669" y="1092771"/>
                  <a:pt x="42790" y="1113501"/>
                  <a:pt x="61715" y="1132426"/>
                </a:cubicBezTo>
                <a:lnTo>
                  <a:pt x="83410" y="1150326"/>
                </a:lnTo>
                <a:lnTo>
                  <a:pt x="0" y="1150326"/>
                </a:lnTo>
                <a:close/>
                <a:moveTo>
                  <a:pt x="357511" y="752968"/>
                </a:moveTo>
                <a:cubicBezTo>
                  <a:pt x="311305" y="752968"/>
                  <a:pt x="273848" y="790425"/>
                  <a:pt x="273848" y="836631"/>
                </a:cubicBezTo>
                <a:cubicBezTo>
                  <a:pt x="273848" y="882837"/>
                  <a:pt x="311305" y="920294"/>
                  <a:pt x="357511" y="920294"/>
                </a:cubicBezTo>
                <a:cubicBezTo>
                  <a:pt x="403717" y="920294"/>
                  <a:pt x="441174" y="882837"/>
                  <a:pt x="441174" y="836631"/>
                </a:cubicBezTo>
                <a:cubicBezTo>
                  <a:pt x="441174" y="790425"/>
                  <a:pt x="403717" y="752968"/>
                  <a:pt x="357511" y="752968"/>
                </a:cubicBezTo>
                <a:close/>
                <a:moveTo>
                  <a:pt x="357511" y="669305"/>
                </a:moveTo>
                <a:cubicBezTo>
                  <a:pt x="449923" y="669305"/>
                  <a:pt x="524837" y="744219"/>
                  <a:pt x="524837" y="836631"/>
                </a:cubicBezTo>
                <a:cubicBezTo>
                  <a:pt x="524837" y="929042"/>
                  <a:pt x="449923" y="1003957"/>
                  <a:pt x="357511" y="1003957"/>
                </a:cubicBezTo>
                <a:cubicBezTo>
                  <a:pt x="265100" y="1003957"/>
                  <a:pt x="190185" y="929042"/>
                  <a:pt x="190185" y="836631"/>
                </a:cubicBezTo>
                <a:cubicBezTo>
                  <a:pt x="190185" y="744219"/>
                  <a:pt x="265100" y="669305"/>
                  <a:pt x="357511" y="669305"/>
                </a:cubicBezTo>
                <a:close/>
                <a:moveTo>
                  <a:pt x="357511" y="585641"/>
                </a:moveTo>
                <a:cubicBezTo>
                  <a:pt x="218893" y="585641"/>
                  <a:pt x="106521" y="698013"/>
                  <a:pt x="106521" y="836631"/>
                </a:cubicBezTo>
                <a:cubicBezTo>
                  <a:pt x="106521" y="975248"/>
                  <a:pt x="218893" y="1087620"/>
                  <a:pt x="357511" y="1087620"/>
                </a:cubicBezTo>
                <a:cubicBezTo>
                  <a:pt x="496128" y="1087620"/>
                  <a:pt x="608500" y="975248"/>
                  <a:pt x="608500" y="836631"/>
                </a:cubicBezTo>
                <a:cubicBezTo>
                  <a:pt x="608500" y="698013"/>
                  <a:pt x="496128" y="585641"/>
                  <a:pt x="357511" y="585641"/>
                </a:cubicBezTo>
                <a:close/>
                <a:moveTo>
                  <a:pt x="357511" y="501978"/>
                </a:moveTo>
                <a:cubicBezTo>
                  <a:pt x="542334" y="501978"/>
                  <a:pt x="692163" y="651808"/>
                  <a:pt x="692163" y="836631"/>
                </a:cubicBezTo>
                <a:cubicBezTo>
                  <a:pt x="692163" y="975248"/>
                  <a:pt x="607884" y="1094181"/>
                  <a:pt x="487772" y="1144985"/>
                </a:cubicBezTo>
                <a:lnTo>
                  <a:pt x="470564" y="1150326"/>
                </a:lnTo>
                <a:lnTo>
                  <a:pt x="244457" y="1150326"/>
                </a:lnTo>
                <a:lnTo>
                  <a:pt x="227249" y="1144985"/>
                </a:lnTo>
                <a:cubicBezTo>
                  <a:pt x="107137" y="1094181"/>
                  <a:pt x="22858" y="975248"/>
                  <a:pt x="22858" y="836631"/>
                </a:cubicBezTo>
                <a:cubicBezTo>
                  <a:pt x="22858" y="651808"/>
                  <a:pt x="172688" y="501978"/>
                  <a:pt x="357511" y="501978"/>
                </a:cubicBezTo>
                <a:close/>
                <a:moveTo>
                  <a:pt x="357511" y="334653"/>
                </a:moveTo>
                <a:cubicBezTo>
                  <a:pt x="634746" y="334653"/>
                  <a:pt x="859490" y="559396"/>
                  <a:pt x="859490" y="836631"/>
                </a:cubicBezTo>
                <a:cubicBezTo>
                  <a:pt x="859490" y="940594"/>
                  <a:pt x="827885" y="1037175"/>
                  <a:pt x="773760" y="1117291"/>
                </a:cubicBezTo>
                <a:lnTo>
                  <a:pt x="746503" y="1150326"/>
                </a:lnTo>
                <a:lnTo>
                  <a:pt x="631612" y="1150326"/>
                </a:lnTo>
                <a:lnTo>
                  <a:pt x="653307" y="1132426"/>
                </a:lnTo>
                <a:cubicBezTo>
                  <a:pt x="729007" y="1056726"/>
                  <a:pt x="775829" y="952146"/>
                  <a:pt x="775829" y="836631"/>
                </a:cubicBezTo>
                <a:cubicBezTo>
                  <a:pt x="775829" y="605600"/>
                  <a:pt x="588542" y="418312"/>
                  <a:pt x="357511" y="418312"/>
                </a:cubicBezTo>
                <a:cubicBezTo>
                  <a:pt x="213116" y="418312"/>
                  <a:pt x="85809" y="491471"/>
                  <a:pt x="10634" y="602745"/>
                </a:cubicBezTo>
                <a:lnTo>
                  <a:pt x="0" y="622337"/>
                </a:lnTo>
                <a:lnTo>
                  <a:pt x="0" y="484779"/>
                </a:lnTo>
                <a:lnTo>
                  <a:pt x="2559" y="481679"/>
                </a:lnTo>
                <a:cubicBezTo>
                  <a:pt x="93399" y="390838"/>
                  <a:pt x="218894" y="334653"/>
                  <a:pt x="357511" y="334653"/>
                </a:cubicBezTo>
                <a:close/>
                <a:moveTo>
                  <a:pt x="357511" y="167326"/>
                </a:moveTo>
                <a:cubicBezTo>
                  <a:pt x="727157" y="167326"/>
                  <a:pt x="1026815" y="466984"/>
                  <a:pt x="1026815" y="836631"/>
                </a:cubicBezTo>
                <a:cubicBezTo>
                  <a:pt x="1026815" y="929042"/>
                  <a:pt x="1008086" y="1017080"/>
                  <a:pt x="974218" y="1097154"/>
                </a:cubicBezTo>
                <a:lnTo>
                  <a:pt x="945357" y="1150326"/>
                </a:lnTo>
                <a:lnTo>
                  <a:pt x="850592" y="1150326"/>
                </a:lnTo>
                <a:lnTo>
                  <a:pt x="897129" y="1064589"/>
                </a:lnTo>
                <a:cubicBezTo>
                  <a:pt x="926764" y="994524"/>
                  <a:pt x="943152" y="917491"/>
                  <a:pt x="943152" y="836631"/>
                </a:cubicBezTo>
                <a:cubicBezTo>
                  <a:pt x="943152" y="513190"/>
                  <a:pt x="680951" y="250990"/>
                  <a:pt x="357511" y="250990"/>
                </a:cubicBezTo>
                <a:cubicBezTo>
                  <a:pt x="236220" y="250990"/>
                  <a:pt x="123542" y="287862"/>
                  <a:pt x="30073" y="351008"/>
                </a:cubicBezTo>
                <a:lnTo>
                  <a:pt x="0" y="375821"/>
                </a:lnTo>
                <a:lnTo>
                  <a:pt x="0" y="272566"/>
                </a:lnTo>
                <a:lnTo>
                  <a:pt x="96987" y="219924"/>
                </a:lnTo>
                <a:cubicBezTo>
                  <a:pt x="177062" y="186055"/>
                  <a:pt x="265099" y="167326"/>
                  <a:pt x="357511" y="167326"/>
                </a:cubicBezTo>
                <a:close/>
                <a:moveTo>
                  <a:pt x="357511" y="0"/>
                </a:moveTo>
                <a:cubicBezTo>
                  <a:pt x="819569" y="0"/>
                  <a:pt x="1194141" y="374572"/>
                  <a:pt x="1194141" y="836631"/>
                </a:cubicBezTo>
                <a:cubicBezTo>
                  <a:pt x="1194141" y="894388"/>
                  <a:pt x="1188289" y="950778"/>
                  <a:pt x="1177144" y="1005241"/>
                </a:cubicBezTo>
                <a:lnTo>
                  <a:pt x="1132107" y="1150326"/>
                </a:lnTo>
                <a:lnTo>
                  <a:pt x="1040121" y="1150326"/>
                </a:lnTo>
                <a:lnTo>
                  <a:pt x="1051306" y="1129720"/>
                </a:lnTo>
                <a:cubicBezTo>
                  <a:pt x="1089408" y="1039636"/>
                  <a:pt x="1110478" y="940594"/>
                  <a:pt x="1110478" y="836631"/>
                </a:cubicBezTo>
                <a:cubicBezTo>
                  <a:pt x="1110478" y="420778"/>
                  <a:pt x="773363" y="83663"/>
                  <a:pt x="357511" y="83663"/>
                </a:cubicBezTo>
                <a:cubicBezTo>
                  <a:pt x="253547" y="83663"/>
                  <a:pt x="154505" y="104733"/>
                  <a:pt x="64422" y="142835"/>
                </a:cubicBezTo>
                <a:lnTo>
                  <a:pt x="0" y="177802"/>
                </a:lnTo>
                <a:lnTo>
                  <a:pt x="0" y="83038"/>
                </a:lnTo>
                <a:lnTo>
                  <a:pt x="31856" y="65747"/>
                </a:lnTo>
                <a:cubicBezTo>
                  <a:pt x="131949" y="23411"/>
                  <a:pt x="241996" y="0"/>
                  <a:pt x="35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16"/>
            </p:custDataLst>
          </p:nvPr>
        </p:nvSpPr>
        <p:spPr>
          <a:xfrm>
            <a:off x="875030" y="741045"/>
            <a:ext cx="187960" cy="187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>
            <p:custDataLst>
              <p:tags r:id="rId17"/>
            </p:custDataLst>
          </p:nvPr>
        </p:nvSpPr>
        <p:spPr>
          <a:xfrm>
            <a:off x="11135360" y="5925820"/>
            <a:ext cx="187960" cy="187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18"/>
            </p:custDataLst>
          </p:nvPr>
        </p:nvSpPr>
        <p:spPr>
          <a:xfrm>
            <a:off x="875030" y="5925820"/>
            <a:ext cx="187960" cy="187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19"/>
            </p:custDataLst>
          </p:nvPr>
        </p:nvSpPr>
        <p:spPr>
          <a:xfrm>
            <a:off x="11135360" y="741045"/>
            <a:ext cx="187960" cy="187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>
            <p:custDataLst>
              <p:tags r:id="rId20"/>
            </p:custDataLst>
          </p:nvPr>
        </p:nvSpPr>
        <p:spPr>
          <a:xfrm>
            <a:off x="4732655" y="680720"/>
            <a:ext cx="203835" cy="1060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>
            <p:custDataLst>
              <p:tags r:id="rId21"/>
            </p:custDataLst>
          </p:nvPr>
        </p:nvSpPr>
        <p:spPr>
          <a:xfrm>
            <a:off x="4689475" y="787400"/>
            <a:ext cx="306705" cy="552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 userDrawn="1">
            <p:custDataLst>
              <p:tags r:id="rId22"/>
            </p:custDataLst>
          </p:nvPr>
        </p:nvSpPr>
        <p:spPr>
          <a:xfrm>
            <a:off x="238760" y="229235"/>
            <a:ext cx="11714480" cy="6399530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97230" y="43874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>
            <a:outerShdw>
              <a:srgbClr val="FFFFFF"/>
            </a:outerShdw>
          </a:effectLst>
          <a:uFill>
            <a:solidFill>
              <a:srgbClr val="2F3032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tags" Target="../tags/tag33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34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351.xml"/><Relationship Id="rId2" Type="http://schemas.openxmlformats.org/officeDocument/2006/relationships/tags" Target="../tags/tag350.xml"/><Relationship Id="rId1" Type="http://schemas.openxmlformats.org/officeDocument/2006/relationships/tags" Target="../tags/tag34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image" Target="../media/image1.jpeg"/><Relationship Id="rId2" Type="http://schemas.openxmlformats.org/officeDocument/2006/relationships/tags" Target="../tags/tag353.x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363.xml"/><Relationship Id="rId12" Type="http://schemas.openxmlformats.org/officeDocument/2006/relationships/tags" Target="../tags/tag362.xml"/><Relationship Id="rId11" Type="http://schemas.openxmlformats.org/officeDocument/2006/relationships/tags" Target="../tags/tag361.xml"/><Relationship Id="rId10" Type="http://schemas.openxmlformats.org/officeDocument/2006/relationships/tags" Target="../tags/tag360.xml"/><Relationship Id="rId1" Type="http://schemas.openxmlformats.org/officeDocument/2006/relationships/tags" Target="../tags/tag35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image" Target="../media/image2.jpeg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8" Type="http://schemas.openxmlformats.org/officeDocument/2006/relationships/slideLayout" Target="../slideLayouts/slideLayout27.xml"/><Relationship Id="rId17" Type="http://schemas.openxmlformats.org/officeDocument/2006/relationships/tags" Target="../tags/tag377.xml"/><Relationship Id="rId16" Type="http://schemas.openxmlformats.org/officeDocument/2006/relationships/tags" Target="../tags/tag376.xml"/><Relationship Id="rId15" Type="http://schemas.openxmlformats.org/officeDocument/2006/relationships/tags" Target="../tags/tag375.xml"/><Relationship Id="rId14" Type="http://schemas.openxmlformats.org/officeDocument/2006/relationships/image" Target="../media/image4.jpeg"/><Relationship Id="rId13" Type="http://schemas.openxmlformats.org/officeDocument/2006/relationships/tags" Target="../tags/tag374.xml"/><Relationship Id="rId12" Type="http://schemas.openxmlformats.org/officeDocument/2006/relationships/tags" Target="../tags/tag373.xml"/><Relationship Id="rId11" Type="http://schemas.openxmlformats.org/officeDocument/2006/relationships/tags" Target="../tags/tag372.xml"/><Relationship Id="rId10" Type="http://schemas.openxmlformats.org/officeDocument/2006/relationships/tags" Target="../tags/tag371.xml"/><Relationship Id="rId1" Type="http://schemas.openxmlformats.org/officeDocument/2006/relationships/tags" Target="../tags/tag36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" Type="http://schemas.openxmlformats.org/officeDocument/2006/relationships/tags" Target="../tags/tag37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image" Target="../media/image5.jpeg"/><Relationship Id="rId2" Type="http://schemas.openxmlformats.org/officeDocument/2006/relationships/tags" Target="../tags/tag382.xml"/><Relationship Id="rId14" Type="http://schemas.openxmlformats.org/officeDocument/2006/relationships/slideLayout" Target="../slideLayouts/slideLayout28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tags" Target="../tags/tag38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399.xml"/><Relationship Id="rId7" Type="http://schemas.openxmlformats.org/officeDocument/2006/relationships/tags" Target="../tags/tag398.x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4" Type="http://schemas.openxmlformats.org/officeDocument/2006/relationships/image" Target="../media/image6.jpeg"/><Relationship Id="rId3" Type="http://schemas.openxmlformats.org/officeDocument/2006/relationships/tags" Target="../tags/tag395.xml"/><Relationship Id="rId2" Type="http://schemas.openxmlformats.org/officeDocument/2006/relationships/tags" Target="../tags/tag394.xml"/><Relationship Id="rId18" Type="http://schemas.openxmlformats.org/officeDocument/2006/relationships/slideLayout" Target="../slideLayouts/slideLayout29.xml"/><Relationship Id="rId17" Type="http://schemas.openxmlformats.org/officeDocument/2006/relationships/tags" Target="../tags/tag406.xml"/><Relationship Id="rId16" Type="http://schemas.openxmlformats.org/officeDocument/2006/relationships/tags" Target="../tags/tag405.xml"/><Relationship Id="rId15" Type="http://schemas.openxmlformats.org/officeDocument/2006/relationships/tags" Target="../tags/tag404.xml"/><Relationship Id="rId14" Type="http://schemas.openxmlformats.org/officeDocument/2006/relationships/image" Target="../media/image8.jpeg"/><Relationship Id="rId13" Type="http://schemas.openxmlformats.org/officeDocument/2006/relationships/tags" Target="../tags/tag403.xml"/><Relationship Id="rId12" Type="http://schemas.openxmlformats.org/officeDocument/2006/relationships/tags" Target="../tags/tag402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tags" Target="../tags/tag39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4.xml"/><Relationship Id="rId8" Type="http://schemas.openxmlformats.org/officeDocument/2006/relationships/tags" Target="../tags/tag413.xml"/><Relationship Id="rId7" Type="http://schemas.openxmlformats.org/officeDocument/2006/relationships/tags" Target="../tags/tag412.xml"/><Relationship Id="rId6" Type="http://schemas.openxmlformats.org/officeDocument/2006/relationships/tags" Target="../tags/tag411.xml"/><Relationship Id="rId5" Type="http://schemas.openxmlformats.org/officeDocument/2006/relationships/tags" Target="../tags/tag410.xml"/><Relationship Id="rId4" Type="http://schemas.openxmlformats.org/officeDocument/2006/relationships/tags" Target="../tags/tag409.xml"/><Relationship Id="rId3" Type="http://schemas.openxmlformats.org/officeDocument/2006/relationships/image" Target="../media/image9.jpeg"/><Relationship Id="rId2" Type="http://schemas.openxmlformats.org/officeDocument/2006/relationships/tags" Target="../tags/tag408.xml"/><Relationship Id="rId14" Type="http://schemas.openxmlformats.org/officeDocument/2006/relationships/slideLayout" Target="../slideLayouts/slideLayout30.xml"/><Relationship Id="rId13" Type="http://schemas.openxmlformats.org/officeDocument/2006/relationships/tags" Target="../tags/tag418.xml"/><Relationship Id="rId12" Type="http://schemas.openxmlformats.org/officeDocument/2006/relationships/tags" Target="../tags/tag417.xml"/><Relationship Id="rId11" Type="http://schemas.openxmlformats.org/officeDocument/2006/relationships/tags" Target="../tags/tag416.xml"/><Relationship Id="rId10" Type="http://schemas.openxmlformats.org/officeDocument/2006/relationships/tags" Target="../tags/tag415.xml"/><Relationship Id="rId1" Type="http://schemas.openxmlformats.org/officeDocument/2006/relationships/tags" Target="../tags/tag40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2" Type="http://schemas.openxmlformats.org/officeDocument/2006/relationships/slideLayout" Target="../slideLayouts/slideLayout31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1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" Type="http://schemas.openxmlformats.org/officeDocument/2006/relationships/tags" Target="../tags/tag43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40.xml"/><Relationship Id="rId8" Type="http://schemas.openxmlformats.org/officeDocument/2006/relationships/tags" Target="../tags/tag439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image" Target="../media/image10.jpeg"/><Relationship Id="rId2" Type="http://schemas.openxmlformats.org/officeDocument/2006/relationships/tags" Target="../tags/tag434.xml"/><Relationship Id="rId11" Type="http://schemas.openxmlformats.org/officeDocument/2006/relationships/slideLayout" Target="../slideLayouts/slideLayout32.xml"/><Relationship Id="rId10" Type="http://schemas.openxmlformats.org/officeDocument/2006/relationships/tags" Target="../tags/tag441.xml"/><Relationship Id="rId1" Type="http://schemas.openxmlformats.org/officeDocument/2006/relationships/tags" Target="../tags/tag43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50.xml"/><Relationship Id="rId8" Type="http://schemas.openxmlformats.org/officeDocument/2006/relationships/tags" Target="../tags/tag449.xml"/><Relationship Id="rId7" Type="http://schemas.openxmlformats.org/officeDocument/2006/relationships/tags" Target="../tags/tag448.xml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2" Type="http://schemas.openxmlformats.org/officeDocument/2006/relationships/slideLayout" Target="../slideLayouts/slideLayout33.xml"/><Relationship Id="rId11" Type="http://schemas.openxmlformats.org/officeDocument/2006/relationships/tags" Target="../tags/tag452.xml"/><Relationship Id="rId10" Type="http://schemas.openxmlformats.org/officeDocument/2006/relationships/tags" Target="../tags/tag451.xml"/><Relationship Id="rId1" Type="http://schemas.openxmlformats.org/officeDocument/2006/relationships/tags" Target="../tags/tag44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455.xml"/><Relationship Id="rId2" Type="http://schemas.openxmlformats.org/officeDocument/2006/relationships/tags" Target="../tags/tag454.xml"/><Relationship Id="rId1" Type="http://schemas.openxmlformats.org/officeDocument/2006/relationships/tags" Target="../tags/tag4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2026/05/25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Java Web第九章实现E-mail验证登录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汇报人：星辰衬月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装饰  8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准备工作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1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实现过程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测试与优化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87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准备工作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9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环境搭建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内容占位符 2" descr="d4f4633c-580e-11f1-a841-66db1a6ac64b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4525" b="24525"/>
          <a:stretch>
            <a:fillRect/>
          </a:stretch>
        </p:blipFill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7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配置Java开发环境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安装JDK 1.8版本，配置环境变量JAVA_HOME，如设置路径为C:\Program Files\Java\jdk1.8.0_301，确保javac命令可正常执行。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搭建Web服务器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部署Tomcat 9.0，将项目WAR包放入webapps目录，启动bin/startup.bat，通过localhost:8080访问测试页面验证服务运行。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3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集成邮件服务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引入JavaMail API依赖，配置SMTP服务器信息，如使用QQ邮箱SMTP服务器smtp.qq.com，端口465，开启SSL加密。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所需工具和库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4" name="图片占位符 3" descr="d55415b5-580e-11f1-8ac4-4a05308f604f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56" b="156"/>
          <a:stretch>
            <a:fillRect/>
          </a:stretch>
        </p:blipFill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>
                <a:latin typeface="Microsoft YaHei UI" panose="020B0503020204020204" charset="-122"/>
                <a:ea typeface="Microsoft YaHei UI" panose="020B0503020204020204" charset="-122"/>
              </a:rPr>
              <a:t>JavaMail API</a:t>
            </a:r>
            <a:endParaRPr lang="zh-CN" altLang="en-US" sz="190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JavaMail API是处理邮件的核心库，如Spring框架中常用它发送验证邮件，需配置SMTP服务器信息实现邮件传输。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8" name="图片占位符 7" descr="d554153b-580e-11f1-8ac4-4a05308f604f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156" b="156"/>
          <a:stretch>
            <a:fillRect/>
          </a:stretch>
        </p:blipFill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 fontScale="8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Apache Commons Email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Apache Commons Email简化邮件发送，支持HTML格式，企业项目中常用它构建带验证链接的邮件内容。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2" name="图片占位符 11" descr="d554158d-580e-11f1-8ac4-4a05308f604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820" b="820"/>
          <a:stretch>
            <a:fillRect/>
          </a:stretch>
        </p:blipFill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>
                <a:latin typeface="Microsoft YaHei UI" panose="020B0503020204020204" charset="-122"/>
                <a:ea typeface="Microsoft YaHei UI" panose="020B0503020204020204" charset="-122"/>
              </a:rPr>
              <a:t>MySQL数据库驱动</a:t>
            </a:r>
            <a:endParaRPr lang="zh-CN" altLang="en-US" sz="190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MySQL驱动用于连接数据库存储用户邮箱验证状态，如项目中通过JDBC驱动实现用户数据的增删改查。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87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实现过程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9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邮箱验证逻辑设计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内容占位符 2" descr="d52f5a11-580e-11f1-9481-3e120d3637f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679" r="679"/>
          <a:stretch>
            <a:fillRect/>
          </a:stretch>
        </p:blipFill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7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验证码生成机制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采用UUID算法生成唯一验证码，如电商平台注册时生成32位随机字符串，有效期设为24小时。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邮件发送流程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使用JavaMail API调用SMTP服务器，如通过QQ邮箱SMTP发送含验证码链接的HTML邮件，设置超时重发机制。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3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验证状态管理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在数据库user表新增verify_status字段，0为未验证，1为已验证，用户点击链接后更新状态。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登录页面开发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4" name="图片占位符 3" descr="d8c493cc-580e-11f1-a74e-52e4dbb85643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68" b="368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表单设计与元素布局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采用Bootstrap栅格系统，设计包含邮箱输入框（id="email"）、密码框（type="password"）和"登录"按钮的响应式表单，参考京东登录页布局。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8" name="图片占位符 7" descr="d8c49332-580e-11f1-a74e-52e4dbb85643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前端验证逻辑实现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使用jQuery Validate插件，添加邮箱格式验证（如xxx@xx.com）和密码非空校验，实时提示"请输入正确邮箱格式"等错误信息。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2" name="图片占位符 11" descr="d8c4938c-580e-11f1-a74e-52e4dbb85643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68" b="368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登录按钮事件绑定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通过JavaScript绑定按钮点击事件，调用$.ajax()方法向后台"/login"接口发送POST请求，传递邮箱和密码参数，处理返回结果。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邮件发送功能实现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内容占位符 2" descr="d4f7c426-580e-11f1-b5ed-46569aba22d7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71" b="271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7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SMTP服务器配置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以QQ邮箱为例，需在代码中配置SMTP服务器地址smtp.qq.com、端口465，并启用SSL加密确保传输安全。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邮件内容模板设计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构建包含验证链接的HTML邮件模板，如"点击链接激活账号：http://example.com/verify?code=xxx"，提升用户体验。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3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发送逻辑实现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使用JavaMail API创建MimeMessage对象，设置发件人、收件人、主题和内容，调用Transport.send()方法发送邮件。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验证结果处理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验证成功处理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装饰  7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用户点击邮件中的验证链接后，系统将其状态更新为“已验证”，如某电商平台用户注册后跳转至登录成功页。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验证失败处理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若链接过期或无效，返回“验证失败”提示并提供“重新发送邮件”按钮，如某论坛限制链接有效期为24小时。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异常情况处理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3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当用户重复验证时，系统返回“该账号已验证”提示，避免重复操作，类似某在线教育平台的验证逻辑。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87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测试与优化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9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功能测试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内容占位符 2" descr="dbdef9cd-580e-11f1-9481-3e120d3637f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63" b="263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邮箱发送验证场景测试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模拟用户注册后，系统自动发送含6位验证码的邮件至QQ邮箱，检查邮件是否5分钟内送达且内容无乱码。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验证码输入验证测试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测试用户输入错误、过期或重复使用的验证码，如输入“123456”（错误码），系统应提示“验证码无效”。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登录状态跳转测试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验证用户输入正确验证码后，系统是否自动跳转至首页并显示“欢迎回来，test@163.com”登录状态。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性能优化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邮件发送异步化处理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采用Spring的@Async注解实现邮件发送异步化，如某电商平台登录验证邮件发送延迟从2秒降至0.3秒，提升用户体验。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装饰  9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数据库查询优化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对用户验证状态表建立索引，如某社区网站查询验证用户信息耗时从500ms减少到80ms，降低系统负载。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2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缓存验证结果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使用Redis缓存已验证邮箱状态，如某企业内部系统重复登录验证请求响应时间缩短70%，减轻数据库压力。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9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谢谢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8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4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SCONTENTSTITLE" val="1"/>
  <p:tag name="LayoutZOrder" val="2"/>
  <p:tag name="KSO_WM_UNIT_ID" val="_2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4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SCONTENTSTITLE" val="1"/>
  <p:tag name="LayoutZOrder" val="5"/>
  <p:tag name="KSO_WM_UNIT_ID" val="_2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SCONTENTSTITLE" val="1"/>
  <p:tag name="LayoutZOrder" val="7"/>
  <p:tag name="KSO_WM_UNIT_ID" val="_2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4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SCONTENTSTITLE" val="1"/>
  <p:tag name="LayoutZOrder" val="8"/>
  <p:tag name="KSO_WM_UNIT_ID" val="_2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9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10"/>
  <p:tag name="KSO_WM_UNIT_ID" val="_2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SCONTENTSTITLE" val="1"/>
  <p:tag name="LayoutZOrder" val="11"/>
  <p:tag name="KSO_WM_UNIT_ID" val="_2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4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SCONTENTSTITLE" val="1"/>
  <p:tag name="LayoutZOrder" val="12"/>
  <p:tag name="KSO_WM_UNIT_ID" val="_2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5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SCONTENTSTITLE" val="1"/>
  <p:tag name="LayoutZOrder" val="14"/>
  <p:tag name="KSO_WM_UNIT_ID" val="_2*i*1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8539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39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39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39"/>
</p:tagLst>
</file>

<file path=ppt/tags/tag55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56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5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1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2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3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4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6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2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6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7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3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4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"/>
  <p:tag name="KSO_WM_UNIT_ID" val="_9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4"/>
  <p:tag name="KSO_WM_UNIT_ID" val="_9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5"/>
  <p:tag name="KSO_WM_UNIT_ID" val="_9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8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6"/>
  <p:tag name="KSO_WM_UNIT_ID" val="_9*i*1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0.xml><?xml version="1.0" encoding="utf-8"?>
<p:tagLst xmlns:p="http://schemas.openxmlformats.org/presentationml/2006/main">
  <p:tag name="LayoutZOrder" val="7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8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9"/>
  <p:tag name="KSO_WM_UNIT_ID" val="_9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0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4.xml><?xml version="1.0" encoding="utf-8"?>
<p:tagLst xmlns:p="http://schemas.openxmlformats.org/presentationml/2006/main">
  <p:tag name="LayoutZOrder" val="1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2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13"/>
  <p:tag name="KSO_WM_UNIT_ID" val="_9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4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8.xml><?xml version="1.0" encoding="utf-8"?>
<p:tagLst xmlns:p="http://schemas.openxmlformats.org/presentationml/2006/main">
  <p:tag name="LayoutZOrder" val="2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99.xml><?xml version="1.0" encoding="utf-8"?>
<p:tagLst xmlns:p="http://schemas.openxmlformats.org/presentationml/2006/main">
  <p:tag name="LayoutZOrder" val="2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00.xml><?xml version="1.0" encoding="utf-8"?>
<p:tagLst xmlns:p="http://schemas.openxmlformats.org/presentationml/2006/main">
  <p:tag name="LayoutZOrder" val="23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0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26"/>
  <p:tag name="KSO_WM_UNIT_ID" val="_9*i*1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0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0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cd4dcf0d8f6bd8ddf9b80e04c8d2c0587c2875d"/>
  <p:tag name="KSO_WM_NEWLAYOUT_ID" val="617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0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05.xml><?xml version="1.0" encoding="utf-8"?>
<p:tagLst xmlns:p="http://schemas.openxmlformats.org/presentationml/2006/main">
  <p:tag name="LayoutZOrder" val="1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06.xml><?xml version="1.0" encoding="utf-8"?>
<p:tagLst xmlns:p="http://schemas.openxmlformats.org/presentationml/2006/main">
  <p:tag name="LayoutZOrder" val="4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07.xml><?xml version="1.0" encoding="utf-8"?>
<p:tagLst xmlns:p="http://schemas.openxmlformats.org/presentationml/2006/main">
  <p:tag name="LayoutZOrder" val="5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0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0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70ae209fff6e6e40d18fee342871cab5574b04ee"/>
  <p:tag name="KSO_WM_NEWLAYOUT_ID" val="623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1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2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4"/>
  <p:tag name="KSO_WM_UNIT_ID" val="_11*i*1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5"/>
  <p:tag name="KSO_WM_UNIT_ID" val="_11*i*1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6"/>
  <p:tag name="KSO_WM_UNIT_ID" val="_11*i*1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7"/>
  <p:tag name="KSO_WM_UNIT_ID" val="_11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8"/>
  <p:tag name="KSO_WM_UNIT_ID" val="_11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9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10"/>
  <p:tag name="KSO_WM_UNIT_ID" val="_11*i*1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1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2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12"/>
  <p:tag name="KSO_WM_UNIT_ID" val="_11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13"/>
  <p:tag name="KSO_WM_UNIT_ID" val="_11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14"/>
  <p:tag name="KSO_WM_UNIT_ID" val="_11*i*1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15"/>
  <p:tag name="KSO_WM_UNIT_ID" val="_11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21"/>
  <p:tag name="KSO_WM_UNIT_ID" val="_11*i*1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22"/>
  <p:tag name="KSO_WM_UNIT_ID" val="_11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23"/>
  <p:tag name="KSO_WM_UNIT_ID" val="_11*i*1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24"/>
  <p:tag name="KSO_WM_UNIT_ID" val="_11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5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6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3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27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4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4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63b1de8feb550711d514bd6f2bfb251439498c0"/>
  <p:tag name="KSO_WM_NEWLAYOUT_ID" val="629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3064e028d926995a5bcb7c2cf16848b4d1ccf6a"/>
  <p:tag name="KSO_WM_NEWLAYOUT_ID" val="1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5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9.xml><?xml version="1.0" encoding="utf-8"?>
<p:tagLst xmlns:p="http://schemas.openxmlformats.org/presentationml/2006/main">
  <p:tag name="LayoutZOrder" val="1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60.xml><?xml version="1.0" encoding="utf-8"?>
<p:tagLst xmlns:p="http://schemas.openxmlformats.org/presentationml/2006/main">
  <p:tag name="LayoutZOrder" val="4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61.xml><?xml version="1.0" encoding="utf-8"?>
<p:tagLst xmlns:p="http://schemas.openxmlformats.org/presentationml/2006/main">
  <p:tag name="LayoutZOrder" val="5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6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6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7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7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7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70ae209fff6e6e40d18fee342871cab5574b04ee"/>
  <p:tag name="KSO_WM_NEWLAYOUT_ID" val="623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7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7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4"/>
  <p:tag name="KSO_WM_UNIT_ID" val="_11*i*1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7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5"/>
  <p:tag name="KSO_WM_UNIT_ID" val="_11*i*1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7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6"/>
  <p:tag name="KSO_WM_UNIT_ID" val="_11*i*1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7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7"/>
  <p:tag name="KSO_WM_UNIT_ID" val="_11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8"/>
  <p:tag name="KSO_WM_UNIT_ID" val="_11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9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10"/>
  <p:tag name="KSO_WM_UNIT_ID" val="_11*i*1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1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12"/>
  <p:tag name="KSO_WM_UNIT_ID" val="_11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13"/>
  <p:tag name="KSO_WM_UNIT_ID" val="_11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14"/>
  <p:tag name="KSO_WM_UNIT_ID" val="_11*i*1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15"/>
  <p:tag name="KSO_WM_UNIT_ID" val="_11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21"/>
  <p:tag name="KSO_WM_UNIT_ID" val="_11*i*1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22"/>
  <p:tag name="KSO_WM_UNIT_ID" val="_11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23"/>
  <p:tag name="KSO_WM_UNIT_ID" val="_11*i*1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0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24"/>
  <p:tag name="KSO_WM_UNIT_ID" val="_11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5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6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27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9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63b1de8feb550711d514bd6f2bfb251439498c0"/>
  <p:tag name="KSO_WM_NEWLAYOUT_ID" val="629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196.xml><?xml version="1.0" encoding="utf-8"?>
<p:tagLst xmlns:p="http://schemas.openxmlformats.org/presentationml/2006/main">
  <p:tag name="Layout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7.xml><?xml version="1.0" encoding="utf-8"?>
<p:tagLst xmlns:p="http://schemas.openxmlformats.org/presentationml/2006/main">
  <p:tag name="LayoutZOrder" val="2"/>
  <p:tag name="KSO_WM_UNIT_TYPE" val="i"/>
  <p:tag name="KSO_WM_UNIT_INDEX" val="2"/>
  <p:tag name="KSO_WM_UNIT_ID" val="_0*i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8.xml><?xml version="1.0" encoding="utf-8"?>
<p:tagLst xmlns:p="http://schemas.openxmlformats.org/presentationml/2006/main">
  <p:tag name="LayoutZOrder" val="3"/>
  <p:tag name="KSO_WM_UNIT_TYPE" val="i"/>
  <p:tag name="KSO_WM_UNIT_INDEX" val="3"/>
  <p:tag name="KSO_WM_UNIT_ID" val="_0*i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199.xml><?xml version="1.0" encoding="utf-8"?>
<p:tagLst xmlns:p="http://schemas.openxmlformats.org/presentationml/2006/main">
  <p:tag name="LayoutZOrder" val="4"/>
  <p:tag name="KSO_WM_UNIT_TYPE" val="i"/>
  <p:tag name="KSO_WM_UNIT_INDEX" val="4"/>
  <p:tag name="KSO_WM_UNIT_ID" val="_0*i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0.xml><?xml version="1.0" encoding="utf-8"?>
<p:tagLst xmlns:p="http://schemas.openxmlformats.org/presentationml/2006/main">
  <p:tag name="LayoutZOrder" val="5"/>
  <p:tag name="KSO_WM_UNIT_TYPE" val="i"/>
  <p:tag name="KSO_WM_UNIT_INDEX" val="5"/>
  <p:tag name="KSO_WM_UNIT_ID" val="_0*i*5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1.xml><?xml version="1.0" encoding="utf-8"?>
<p:tagLst xmlns:p="http://schemas.openxmlformats.org/presentationml/2006/main">
  <p:tag name="LayoutZOrder" val="6"/>
  <p:tag name="KSO_WM_UNIT_TYPE" val="i"/>
  <p:tag name="KSO_WM_UNIT_INDEX" val="6"/>
  <p:tag name="KSO_WM_UNIT_ID" val="_0*i*6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2.xml><?xml version="1.0" encoding="utf-8"?>
<p:tagLst xmlns:p="http://schemas.openxmlformats.org/presentationml/2006/main">
  <p:tag name="LayoutZOrder" val="8"/>
  <p:tag name="KSO_WM_UNIT_TYPE" val="i"/>
  <p:tag name="KSO_WM_UNIT_INDEX" val="8"/>
  <p:tag name="KSO_WM_UNIT_ID" val="_0*i*8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3.xml><?xml version="1.0" encoding="utf-8"?>
<p:tagLst xmlns:p="http://schemas.openxmlformats.org/presentationml/2006/main">
  <p:tag name="LayoutZOrder" val="9"/>
  <p:tag name="KSO_WM_UNIT_TYPE" val="i"/>
  <p:tag name="KSO_WM_UNIT_INDEX" val="9"/>
  <p:tag name="KSO_WM_UNIT_ID" val="_0*i*9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4.xml><?xml version="1.0" encoding="utf-8"?>
<p:tagLst xmlns:p="http://schemas.openxmlformats.org/presentationml/2006/main">
  <p:tag name="LayoutZOrder" val="10"/>
  <p:tag name="KSO_WM_UNIT_TYPE" val="i"/>
  <p:tag name="KSO_WM_UNIT_INDEX" val="10"/>
  <p:tag name="KSO_WM_UNIT_ID" val="_0*i*10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5.xml><?xml version="1.0" encoding="utf-8"?>
<p:tagLst xmlns:p="http://schemas.openxmlformats.org/presentationml/2006/main">
  <p:tag name="LayoutZOrder" val="11"/>
  <p:tag name="KSO_WM_UNIT_TYPE" val="i"/>
  <p:tag name="KSO_WM_UNIT_INDEX" val="11"/>
  <p:tag name="KSO_WM_UNIT_ID" val="_0*i*1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6.xml><?xml version="1.0" encoding="utf-8"?>
<p:tagLst xmlns:p="http://schemas.openxmlformats.org/presentationml/2006/main">
  <p:tag name="LayoutZOrder" val="18"/>
  <p:tag name="KSO_WM_UNIT_TYPE" val="i"/>
  <p:tag name="KSO_WM_UNIT_INDEX" val="18"/>
  <p:tag name="KSO_WM_UNIT_ID" val="_0*i*18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7.xml><?xml version="1.0" encoding="utf-8"?>
<p:tagLst xmlns:p="http://schemas.openxmlformats.org/presentationml/2006/main">
  <p:tag name="LayoutZOrder" val="19"/>
  <p:tag name="KSO_WM_UNIT_TYPE" val="i"/>
  <p:tag name="KSO_WM_UNIT_INDEX" val="19"/>
  <p:tag name="KSO_WM_UNIT_ID" val="_0*i*19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8.xml><?xml version="1.0" encoding="utf-8"?>
<p:tagLst xmlns:p="http://schemas.openxmlformats.org/presentationml/2006/main">
  <p:tag name="LayoutZOrder" val="7"/>
  <p:tag name="KSO_WM_UNIT_TYPE" val="i"/>
  <p:tag name="KSO_WM_UNIT_INDEX" val="7"/>
  <p:tag name="KSO_WM_UNIT_ID" val="_0*i*7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0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1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1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12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13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21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39"/>
  <p:tag name="KSO_WM_TEMPLATE_CATEGORY" val="custom"/>
  <p:tag name="KSO_WM_TEMPLATE_MASTER_TYPE" val="0"/>
  <p:tag name="KSO_WM_TAG_VERSION" val="3.0"/>
</p:tagLst>
</file>

<file path=ppt/tags/tag215.xml><?xml version="1.0" encoding="utf-8"?>
<p:tagLst xmlns:p="http://schemas.openxmlformats.org/presentationml/2006/main">
  <p:tag name="KSO_WM_AITEMPLATE_STYLE_ID" val="69796642214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b7e8e4e4c0ac695152fd9bb7e7642f4b7827783"/>
  <p:tag name="KSO_WM_NEWLAYOUT_GROUP_ID" val="layout_1-5"/>
  <p:tag name="KSO_WM_NEWLAYOUT_ID" val="slide_063b19861dc0a508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e769e1b56b11c20135650981fba606aaf3e2a5"/>
  <p:tag name="KSO_WM_NEWLAYOUT_GROUP_ID" val="layout_51"/>
  <p:tag name="KSO_WM_NEWLAYOUT_ID" val="slide_852d700e72c68e5e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d4ad75beae55205d3ad128dfdbfa5e90f56f77"/>
  <p:tag name="KSO_WM_NEWLAYOUT_GROUP_ID" val="layout_26"/>
  <p:tag name="KSO_WM_NEWLAYOUT_ID" val="slide_5c773a159522ecff"/>
</p:tagLst>
</file>

<file path=ppt/tags/tag2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c96e3fe159040760347f5b7d49eb20753c908f"/>
  <p:tag name="KSO_WM_NEWLAYOUT_GROUP_ID" val="layout_30"/>
  <p:tag name="KSO_WM_NEWLAYOUT_ID" val="slide_b85ad00453087974"/>
</p:tagLst>
</file>

<file path=ppt/tags/tag2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627bc60c869c69e1185811569ba4ecd62ab4dc"/>
  <p:tag name="KSO_WM_NEWLAYOUT_GROUP_ID" val="layout_2"/>
  <p:tag name="KSO_WM_NEWLAYOUT_ID" val="slide_dbd12360534da726"/>
</p:tagLst>
</file>

<file path=ppt/tags/tag26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6e59935f40d6bb3a2e68f02c6af8b1e6879d674"/>
  <p:tag name="KSO_WM_NEWLAYOUT_GROUP_ID" val="layout_6"/>
  <p:tag name="KSO_WM_NEWLAYOUT_ID" val="slide_a9b8dd85d7f4ac41"/>
</p:tagLst>
</file>

<file path=ppt/tags/tag2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e5c2e8a5e544fe330732d987cc11b9ac4f2090b"/>
  <p:tag name="KSO_WM_NEWLAYOUT_GROUP_ID" val="layout_10003"/>
  <p:tag name="KSO_WM_NEWLAYOUT_ID" val="slide_10cd397e0139f3d8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688154179c754c9f356d58bd76349b464d2910c"/>
  <p:tag name="KSO_WM_NEWLAYOUT_GROUP_ID" val="layout_10012"/>
  <p:tag name="KSO_WM_NEWLAYOUT_ID" val="slide_ed19c0db6ed585c4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6959edef9a4c7f6a340146c30eecf668dc1f0d1"/>
  <p:tag name="KSO_WM_NEWLAYOUT_GROUP_ID" val="layout_10004"/>
  <p:tag name="KSO_WM_NEWLAYOUT_ID" val="slide_5590a1d109e7c98d"/>
</p:tagLst>
</file>

<file path=ppt/tags/tag3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4.xml><?xml version="1.0" encoding="utf-8"?>
<p:tagLst xmlns:p="http://schemas.openxmlformats.org/presentationml/2006/main">
  <p:tag name="Layout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15.xml><?xml version="1.0" encoding="utf-8"?>
<p:tagLst xmlns:p="http://schemas.openxmlformats.org/presentationml/2006/main">
  <p:tag name="LayoutZOrder" val="2"/>
  <p:tag name="KSO_WM_UNIT_TYPE" val="i"/>
  <p:tag name="KSO_WM_UNIT_INDEX" val="2"/>
  <p:tag name="KSO_WM_UNIT_ID" val="_0*i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16.xml><?xml version="1.0" encoding="utf-8"?>
<p:tagLst xmlns:p="http://schemas.openxmlformats.org/presentationml/2006/main">
  <p:tag name="LayoutZOrder" val="3"/>
  <p:tag name="KSO_WM_UNIT_TYPE" val="i"/>
  <p:tag name="KSO_WM_UNIT_INDEX" val="3"/>
  <p:tag name="KSO_WM_UNIT_ID" val="_0*i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17.xml><?xml version="1.0" encoding="utf-8"?>
<p:tagLst xmlns:p="http://schemas.openxmlformats.org/presentationml/2006/main">
  <p:tag name="LayoutZOrder" val="4"/>
  <p:tag name="KSO_WM_UNIT_TYPE" val="i"/>
  <p:tag name="KSO_WM_UNIT_INDEX" val="4"/>
  <p:tag name="KSO_WM_UNIT_ID" val="_0*i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18.xml><?xml version="1.0" encoding="utf-8"?>
<p:tagLst xmlns:p="http://schemas.openxmlformats.org/presentationml/2006/main">
  <p:tag name="LayoutZOrder" val="5"/>
  <p:tag name="KSO_WM_UNIT_TYPE" val="i"/>
  <p:tag name="KSO_WM_UNIT_INDEX" val="5"/>
  <p:tag name="KSO_WM_UNIT_ID" val="_0*i*5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19.xml><?xml version="1.0" encoding="utf-8"?>
<p:tagLst xmlns:p="http://schemas.openxmlformats.org/presentationml/2006/main">
  <p:tag name="LayoutZOrder" val="6"/>
  <p:tag name="KSO_WM_UNIT_TYPE" val="i"/>
  <p:tag name="KSO_WM_UNIT_INDEX" val="6"/>
  <p:tag name="KSO_WM_UNIT_ID" val="_0*i*6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0.xml><?xml version="1.0" encoding="utf-8"?>
<p:tagLst xmlns:p="http://schemas.openxmlformats.org/presentationml/2006/main">
  <p:tag name="LayoutZOrder" val="8"/>
  <p:tag name="KSO_WM_UNIT_TYPE" val="i"/>
  <p:tag name="KSO_WM_UNIT_INDEX" val="8"/>
  <p:tag name="KSO_WM_UNIT_ID" val="_0*i*8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1.xml><?xml version="1.0" encoding="utf-8"?>
<p:tagLst xmlns:p="http://schemas.openxmlformats.org/presentationml/2006/main">
  <p:tag name="LayoutZOrder" val="9"/>
  <p:tag name="KSO_WM_UNIT_TYPE" val="i"/>
  <p:tag name="KSO_WM_UNIT_INDEX" val="9"/>
  <p:tag name="KSO_WM_UNIT_ID" val="_0*i*9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2.xml><?xml version="1.0" encoding="utf-8"?>
<p:tagLst xmlns:p="http://schemas.openxmlformats.org/presentationml/2006/main">
  <p:tag name="LayoutZOrder" val="10"/>
  <p:tag name="KSO_WM_UNIT_TYPE" val="i"/>
  <p:tag name="KSO_WM_UNIT_INDEX" val="10"/>
  <p:tag name="KSO_WM_UNIT_ID" val="_0*i*10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3.xml><?xml version="1.0" encoding="utf-8"?>
<p:tagLst xmlns:p="http://schemas.openxmlformats.org/presentationml/2006/main">
  <p:tag name="LayoutZOrder" val="11"/>
  <p:tag name="KSO_WM_UNIT_TYPE" val="i"/>
  <p:tag name="KSO_WM_UNIT_INDEX" val="11"/>
  <p:tag name="KSO_WM_UNIT_ID" val="_0*i*1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4.xml><?xml version="1.0" encoding="utf-8"?>
<p:tagLst xmlns:p="http://schemas.openxmlformats.org/presentationml/2006/main">
  <p:tag name="LayoutZOrder" val="18"/>
  <p:tag name="KSO_WM_UNIT_TYPE" val="i"/>
  <p:tag name="KSO_WM_UNIT_INDEX" val="18"/>
  <p:tag name="KSO_WM_UNIT_ID" val="_0*i*18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5.xml><?xml version="1.0" encoding="utf-8"?>
<p:tagLst xmlns:p="http://schemas.openxmlformats.org/presentationml/2006/main">
  <p:tag name="LayoutZOrder" val="19"/>
  <p:tag name="KSO_WM_UNIT_TYPE" val="i"/>
  <p:tag name="KSO_WM_UNIT_INDEX" val="19"/>
  <p:tag name="KSO_WM_UNIT_ID" val="_0*i*19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6.xml><?xml version="1.0" encoding="utf-8"?>
<p:tagLst xmlns:p="http://schemas.openxmlformats.org/presentationml/2006/main">
  <p:tag name="LayoutZOrder" val="7"/>
  <p:tag name="KSO_WM_UNIT_TYPE" val="i"/>
  <p:tag name="KSO_WM_UNIT_INDEX" val="7"/>
  <p:tag name="KSO_WM_UNIT_ID" val="_0*i*7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2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30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31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39"/>
</p:tagLst>
</file>

<file path=ppt/tags/tag332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39"/>
  <p:tag name="KSO_WM_TEMPLATE_CATEGORY" val="custom"/>
  <p:tag name="KSO_WM_TEMPLATE_MASTER_TYPE" val="0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3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cd4dcf0d8f6bd8ddf9b80e04c8d2c0587c2875d"/>
  <p:tag name="KSO_WM_NEWLAYOUT_ID" val="617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3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3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39"/>
  <p:tag name="KSO_WM_TEMPLATE_CATEGORY" val="custom"/>
  <p:tag name="KSO_WM_SLIDE_INDEX" val="1"/>
  <p:tag name="KSO_WM_SLIDE_ID" val="custom40488539_1"/>
  <p:tag name="KSO_WM_TEMPLATE_MASTER_TYPE" val="0"/>
  <p:tag name="KSO_WM_SLIDE_LAYOUT" val="a_f"/>
  <p:tag name="KSO_WM_SLIDE_LAYOUT_CNT" val="1_2"/>
  <p:tag name="KSO_WM_TAG_VERSION" val="3.0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b7e8e4e4c0ac695152fd9bb7e7642f4b7827783"/>
  <p:tag name="KSO_WM_NEWLAYOUT_GROUP_ID" val="layout_1-5"/>
  <p:tag name="KSO_WM_NEWLAYOUT_ID" val="slide_063b19861dc0a508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4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4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4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4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69796642214"/>
  <p:tag name="KSO_WM_TEMPLATE_SLIDE_ID" val="slide_063b19861dc0a508"/>
</p:tagLst>
</file>

<file path=ppt/tags/tag34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70ae209fff6e6e40d18fee342871cab5574b04ee"/>
  <p:tag name="KSO_WM_NEWLAYOUT_ID" val="6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5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5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39"/>
  <p:tag name="KSO_WM_TEMPLATE_CATEGORY" val="custom"/>
  <p:tag name="KSO_WM_SLIDE_INDEX" val="3"/>
  <p:tag name="KSO_WM_SLIDE_ID" val="custom40488539_7"/>
  <p:tag name="KSO_WM_TEMPLATE_MASTER_TYPE" val="0"/>
  <p:tag name="KSO_WM_SLIDE_LAYOUT" val="a_e"/>
  <p:tag name="KSO_WM_SLIDE_LAYOUT_CNT" val="1_1"/>
  <p:tag name="KSO_WM_TAG_VERSION" val="3.0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e769e1b56b11c20135650981fba606aaf3e2a5"/>
  <p:tag name="KSO_WM_NEWLAYOUT_GROUP_ID" val="layout_51"/>
  <p:tag name="KSO_WM_NEWLAYOUT_ID" val="slide_852d700e72c68e5e"/>
  <p:tag name="KSO_WM_UNIT_PRESET_TEXT" val="单击此处添加标题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5/96ac13e7-fffe-4658-b136-cbc5fd928daa.jpg?Expires=1811231614\u0026AWSAccessKeyId=AKLT9NSy7kh8TIS1UzNqLRY2\u0026Signature=XofLwg8ZZALzRnzRTluIDHAbScE%3D&quot;,&quot;product_name&quot;:&quot;wps-wpp-android&quot;,&quot;intention_code&quot;:&quot;wps_wpp_generate_theme_pay&quot;}*auto_qingqiu_3.0.7_prod*1779695607681_be048c_79b129a8cde4-slide-3"/>
</p:tagLst>
</file>

<file path=ppt/tags/tag3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852d700e72c68e5e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d4ad75beae55205d3ad128dfdbfa5e90f56f77"/>
  <p:tag name="KSO_WM_NEWLAYOUT_GROUP_ID" val="layout_26"/>
  <p:tag name="KSO_WM_NEWLAYOUT_ID" val="slide_5c773a159522ecff"/>
  <p:tag name="KSO_WM_UNIT_PRESET_TEXT" val="单击此处添加标题"/>
</p:tagLst>
</file>

<file path=ppt/tags/tag3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5/66286a8a-9dcb-41f1-99a3-e6d787a74ece.jpg?Expires=1811231614\u0026AWSAccessKeyId=AKLT9NSy7kh8TIS1UzNqLRY2\u0026Signature=ZP2EQqXn9p%2F2L8ah7mygV2JnLds%3D&quot;,&quot;product_name&quot;:&quot;wps-wpp-android&quot;,&quot;intention_code&quot;:&quot;wps_wpp_generate_theme_pay&quot;}*auto_qingqiu_3.0.7_prod*1779695607681_be048c_79b129a8cde4-slide-4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5/d9b7c2f4-23a1-4864-a0c6-a36109d0a10d.jpg?Expires=1811231615\u0026AWSAccessKeyId=AKLT9NSy7kh8TIS1UzNqLRY2\u0026Signature=hItE8gx7d1nD2OeLuAgNUNp%2F29Q%3D&quot;,&quot;product_name&quot;:&quot;wps-wpp-android&quot;,&quot;intention_code&quot;:&quot;wps_wpp_generate_theme_pay&quot;}*auto_qingqiu_3.0.7_prod*1779695607681_be048c_79b129a8cde4-slide-4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5/276b303b-4d4d-4316-9e73-eb55ae846b8f.jpg?Expires=1811231615\u0026AWSAccessKeyId=AKLT9NSy7kh8TIS1UzNqLRY2\u0026Signature=vbvJcFirkOjWsOSfcfqz7%2Fk9mig%3D&quot;,&quot;product_name&quot;:&quot;wps-wpp-android&quot;,&quot;intention_code&quot;:&quot;wps_wpp_generate_theme_pay&quot;}*auto_qingqiu_3.0.7_prod*1779695607681_be048c_79b129a8cde4-slide-4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5c773a159522ecff"/>
</p:tagLst>
</file>

<file path=ppt/tags/tag37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70ae209fff6e6e40d18fee342871cab5574b04ee"/>
  <p:tag name="KSO_WM_NEWLAYOUT_ID" val="6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7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38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39"/>
  <p:tag name="KSO_WM_TEMPLATE_CATEGORY" val="custom"/>
  <p:tag name="KSO_WM_SLIDE_INDEX" val="3"/>
  <p:tag name="KSO_WM_SLIDE_ID" val="custom40488539_7"/>
  <p:tag name="KSO_WM_TEMPLATE_MASTER_TYPE" val="0"/>
  <p:tag name="KSO_WM_SLIDE_LAYOUT" val="a_e"/>
  <p:tag name="KSO_WM_SLIDE_LAYOUT_CNT" val="1_1"/>
  <p:tag name="KSO_WM_TAG_VERSION" val="3.0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c96e3fe159040760347f5b7d49eb20753c908f"/>
  <p:tag name="KSO_WM_NEWLAYOUT_GROUP_ID" val="layout_30"/>
  <p:tag name="KSO_WM_NEWLAYOUT_ID" val="slide_b85ad00453087974"/>
  <p:tag name="KSO_WM_UNIT_PRESET_TEXT" val="单击此处添加标题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5/097fa954-c4da-4981-ac51-cc5de685b8f7.jpg?Expires=1811231615\u0026AWSAccessKeyId=AKLT9NSy7kh8TIS1UzNqLRY2\u0026Signature=qBHA254i8MDxlhH1d9Jx4An14fE%3D&quot;,&quot;product_name&quot;:&quot;wps-wpp-android&quot;,&quot;intention_code&quot;:&quot;wps_wpp_generate_theme_pay&quot;}*auto_qingqiu_3.0.7_prod*1779695607681_be048c_79b129a8cde4-slide-6"/>
</p:tagLst>
</file>

<file path=ppt/tags/tag3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b85ad00453087974"/>
</p:tagLst>
</file>

<file path=ppt/tags/tag3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627bc60c869c69e1185811569ba4ecd62ab4dc"/>
  <p:tag name="KSO_WM_NEWLAYOUT_GROUP_ID" val="layout_2"/>
  <p:tag name="KSO_WM_NEWLAYOUT_ID" val="slide_dbd12360534da726"/>
  <p:tag name="KSO_WM_UNIT_PRESET_TEXT" val="单击此处添加标题"/>
</p:tagLst>
</file>

<file path=ppt/tags/tag3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5/cbd19c32-99b7-4d53-8320-a70a19fc734b.jpg?Expires=1811231615\u0026AWSAccessKeyId=AKLT9NSy7kh8TIS1UzNqLRY2\u0026Signature=EX2r3cklrPMz25aR84FtN0vEJg4%3D&quot;,&quot;product_name&quot;:&quot;wps-wpp-android&quot;,&quot;intention_code&quot;:&quot;wps_wpp_generate_theme_pay&quot;}*auto_qingqiu_3.0.7_prod*1779695607681_be048c_79b129a8cde4-slide-7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5/218d3ab6-9408-49f4-8a25-187be04877cc.jpg?Expires=1811231614\u0026AWSAccessKeyId=AKLT9NSy7kh8TIS1UzNqLRY2\u0026Signature=J0cC2F%2BEDX0r2gjoAkBi9lucGIw%3D&quot;,&quot;product_name&quot;:&quot;wps-wpp-android&quot;,&quot;intention_code&quot;:&quot;wps_wpp_generate_theme_pay&quot;}*auto_qingqiu_3.0.7_prod*1779695607681_be048c_79b129a8cde4-slide-7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5/0ecb7791-fdcf-4758-be50-13ffaca4e761.jpg?Expires=1811231621\u0026AWSAccessKeyId=AKLT9NSy7kh8TIS1UzNqLRY2\u0026Signature=Dr%2F5WAXitIDKkA%2BYcZ2pe%2BiXBEs%3D&quot;,&quot;product_name&quot;:&quot;wps-wpp-android&quot;,&quot;intention_code&quot;:&quot;wps_wpp_generate_theme_pay&quot;}*auto_qingqiu_3.0.7_prod*1779695607681_be048c_79b129a8cde4-slide-7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dbd12360534da726"/>
</p:tagLst>
</file>

<file path=ppt/tags/tag4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6e59935f40d6bb3a2e68f02c6af8b1e6879d674"/>
  <p:tag name="KSO_WM_NEWLAYOUT_GROUP_ID" val="layout_6"/>
  <p:tag name="KSO_WM_NEWLAYOUT_ID" val="slide_a9b8dd85d7f4ac41"/>
  <p:tag name="KSO_WM_UNIT_PRESET_TEXT" val="单击此处添加标题"/>
</p:tagLst>
</file>

<file path=ppt/tags/tag4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5/c1fff8f1-10fb-423e-928e-82097150d632.jpg?Expires=1811231614\u0026AWSAccessKeyId=AKLT9NSy7kh8TIS1UzNqLRY2\u0026Signature=JluxaylCa2o7Z6kAO8lk6w2H3g8%3D&quot;,&quot;product_name&quot;:&quot;wps-wpp-android&quot;,&quot;intention_code&quot;:&quot;wps_wpp_generate_theme_pay&quot;}*auto_qingqiu_3.0.7_prod*1779695607681_be048c_79b129a8cde4-slide-8"/>
</p:tagLst>
</file>

<file path=ppt/tags/tag4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1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a9b8dd85d7f4ac41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e5c2e8a5e544fe330732d987cc11b9ac4f2090b"/>
  <p:tag name="KSO_WM_NEWLAYOUT_GROUP_ID" val="layout_10003"/>
  <p:tag name="KSO_WM_NEWLAYOUT_ID" val="slide_10cd397e0139f3d8"/>
  <p:tag name="KSO_WM_UNIT_PRESET_TEXT" val="单击此处添加标题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10cd397e0139f3d8"/>
</p:tagLst>
</file>

<file path=ppt/tags/tag43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70ae209fff6e6e40d18fee342871cab5574b04ee"/>
  <p:tag name="KSO_WM_NEWLAYOUT_ID" val="6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43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43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39"/>
  <p:tag name="KSO_WM_TEMPLATE_CATEGORY" val="custom"/>
  <p:tag name="KSO_WM_SLIDE_INDEX" val="3"/>
  <p:tag name="KSO_WM_SLIDE_ID" val="custom40488539_7"/>
  <p:tag name="KSO_WM_TEMPLATE_MASTER_TYPE" val="0"/>
  <p:tag name="KSO_WM_SLIDE_LAYOUT" val="a_e"/>
  <p:tag name="KSO_WM_SLIDE_LAYOUT_CNT" val="1_1"/>
  <p:tag name="KSO_WM_TAG_VERSION" val="3.0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688154179c754c9f356d58bd76349b464d2910c"/>
  <p:tag name="KSO_WM_NEWLAYOUT_GROUP_ID" val="layout_10012"/>
  <p:tag name="KSO_WM_NEWLAYOUT_ID" val="slide_ed19c0db6ed585c4"/>
  <p:tag name="KSO_WM_UNIT_PRESET_TEXT" val="单击此处添加标题"/>
</p:tagLst>
</file>

<file path=ppt/tags/tag4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5/a7f140fd-18e0-4450-9392-55514fcbeab3.jpg?Expires=1811231626\u0026AWSAccessKeyId=AKLT9NSy7kh8TIS1UzNqLRY2\u0026Signature=Ce8UN5CBxC85EKd01%2Bw%2FGPjSkZI%3D&quot;,&quot;product_name&quot;:&quot;wps-wpp-android&quot;,&quot;intention_code&quot;:&quot;wps_wpp_generate_theme_pay&quot;}*auto_qingqiu_3.0.7_prod*1779695607681_be048c_79b129a8cde4-slide-11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ed19c0db6ed585c4"/>
</p:tagLst>
</file>

<file path=ppt/tags/tag4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6959edef9a4c7f6a340146c30eecf668dc1f0d1"/>
  <p:tag name="KSO_WM_NEWLAYOUT_GROUP_ID" val="layout_10004"/>
  <p:tag name="KSO_WM_NEWLAYOUT_ID" val="slide_5590a1d109e7c98d"/>
  <p:tag name="KSO_WM_UNIT_PRESET_TEXT" val="单击此处添加标题"/>
</p:tagLst>
</file>

<file path=ppt/tags/tag4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2214"/>
  <p:tag name="KSO_WM_TEMPLATE_SLIDE_ID" val="slide_5590a1d109e7c98d"/>
</p:tagLst>
</file>

<file path=ppt/tags/tag45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45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63b1de8feb550711d514bd6f2bfb251439498c0"/>
  <p:tag name="KSO_WM_NEWLAYOUT_ID" val="629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39"/>
  <p:tag name="KSO_WM_TEMPLATE_CATEGORY" val="custom"/>
</p:tagLst>
</file>

<file path=ppt/tags/tag45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8539"/>
  <p:tag name="KSO_WM_TEMPLATE_CATEGORY" val="custom"/>
  <p:tag name="KSO_WM_SLIDE_INDEX" val="5"/>
  <p:tag name="KSO_WM_SLIDE_ID" val="custom40488539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124">
      <a:dk1>
        <a:srgbClr val="000000"/>
      </a:dk1>
      <a:lt1>
        <a:srgbClr val="FFFFFF"/>
      </a:lt1>
      <a:dk2>
        <a:srgbClr val="004825"/>
      </a:dk2>
      <a:lt2>
        <a:srgbClr val="E5FFF3"/>
      </a:lt2>
      <a:accent1>
        <a:srgbClr val="00A762"/>
      </a:accent1>
      <a:accent2>
        <a:srgbClr val="F4BC10"/>
      </a:accent2>
      <a:accent3>
        <a:srgbClr val="4D91F7"/>
      </a:accent3>
      <a:accent4>
        <a:srgbClr val="9AA800"/>
      </a:accent4>
      <a:accent5>
        <a:srgbClr val="009AA8"/>
      </a:accent5>
      <a:accent6>
        <a:srgbClr val="A86200"/>
      </a:accent6>
      <a:hlink>
        <a:srgbClr val="0563C1"/>
      </a:hlink>
      <a:folHlink>
        <a:srgbClr val="954F72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WPS Office WWO_wpscloud_20260521192124-597ff31d3d</Application>
  <PresentationFormat>宽屏</PresentationFormat>
  <Paragraphs>198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Microsoft YaHei UI</vt:lpstr>
      <vt:lpstr>Office 主题</vt:lpstr>
      <vt:lpstr>1_Office 主题</vt:lpstr>
      <vt:lpstr>2_Office 主题</vt:lpstr>
      <vt:lpstr>Java Web第九章实现E-mail验证登录</vt:lpstr>
      <vt:lpstr>目录</vt:lpstr>
      <vt:lpstr>准备工作</vt:lpstr>
      <vt:lpstr>环境搭建</vt:lpstr>
      <vt:lpstr>所需工具和库</vt:lpstr>
      <vt:lpstr>实现过程</vt:lpstr>
      <vt:lpstr>邮箱验证逻辑设计</vt:lpstr>
      <vt:lpstr>登录页面开发</vt:lpstr>
      <vt:lpstr>邮件发送功能实现</vt:lpstr>
      <vt:lpstr>验证结果处理</vt:lpstr>
      <vt:lpstr>测试与优化</vt:lpstr>
      <vt:lpstr>功能测试</vt:lpstr>
      <vt:lpstr>性能优化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Web第九章实现E-mail验证登录</dc:title>
  <dc:creator/>
  <cp:lastModifiedBy/>
  <dcterms:created xsi:type="dcterms:W3CDTF">2026-05-25T07:54:06Z</dcterms:created>
  <dcterms:modified xsi:type="dcterms:W3CDTF">2026-05-25T07:54:06Z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2052-12.9.0.26832</vt:lpwstr>
  </property>
  <property fmtid="{D5CDD505-2E9C-101B-9397-08002B2CF9AE}" pid="3" name="KSOTemplateUUID">
    <vt:lpwstr>v1.0_ai_69796642214</vt:lpwstr>
  </property>
  <property fmtid="{D5CDD505-2E9C-101B-9397-08002B2CF9AE}" pid="4" name="ICV">
    <vt:lpwstr>D2B2208B18E2CDDC1E00146AFCB1151D_42</vt:lpwstr>
  </property>
</Properties>
</file>