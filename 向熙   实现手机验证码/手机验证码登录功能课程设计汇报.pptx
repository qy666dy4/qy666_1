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向熙。今天我将为大家汇报我的课程设计项目——手机验证码登录功能的实现。本次汇报将详细介绍该功能的设计思路、技术实现和未来展望。希望通过这次分享，能让大家对现代Web应用中的用户认证机制有更深入的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会介绍手机验证码登录功能的基本概念和优势。接着，详细解析其完整的实现流程。然后，深入探讨前后端的技术细节。之后，我会展示核心的代码示例。最后，对本次设计进行总结并展望未来的优化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首先，我们进入第一部分：功能介绍。在这一部分，我将解释什么是手机验证码登录，分析传统登录方式的不足之处，并阐述新方式的核心优势。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什么是手机验证码登录呢？简单来说，它就是一种更便捷、更安全的登录方式。用户不再需要记忆复杂的密码，只需要通过手机接收一个一次性的验证码，就能证明自己的身份。其核心在于，验证的依据从“你知道什么”变成了“你拥有什么”，也就是你的手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介绍新方式的优势前，我们先回顾一下传统账号密码登录的痛点。首先是记忆负担，我们每个人都可能为记不住密码而烦恼。其次是安全风险，弱密码、撞库攻击和钓鱼网站都时刻威胁着我们的账户安全。最后，繁琐的注册流程也常常让新用户望而却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相比之下，手机验证码登录的优势非常明显。在用户体验上，它免去了记忆密码的烦恼，操作流程也大大简化。在安全性上，它基于设备验证，且验证码是动态的，能有效防止撞库等攻击。对于开发者而言，它也简化了后端逻辑，降低了开发和维护成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接下来，我们进入第二部分，详细了解手机验证码登录功能的具体实现流程。这部分将揭示从用户点击获取验证码到最终登录成功的每一个步骤。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流程可以概括为10个步骤。从用户在前端输入手机号开始，到后端生成并存储验证码，再到用户输入验证码进行验证，最后后端返回结果。这个过程涉及了用户、前端、后端和短信网关之间的紧密协作。下方的图表直观地展示了客户端与服务器之间的请求与响应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了解了宏观流程后，我们深入第三部分，探讨实现该功能的具体技术细节，分别从前端和后端两个方面进行解析。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前端，我们使用HTML构建登录页面的基本结构，包括输入框和按钮。通过CSS美化界面。JavaScript则负责核心的交互逻辑，比如验证手机号格式、实现获取验证码按钮的倒计时功能，以及通过AJAX与后端进行异步通信，提交数据并处理响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后端方面，我们使用Java Servlet技术。主要有两个核心Servlet：`CaptchaServlet`负责生成和存储验证码，`LoginServlet`负责验证用户输入的验证码。关键在于利用`HttpSession`来安全地存储和验证一次性的验证码，确保每个用户的验证码都是独立且有时效性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理论结合实践，第四部分我将展示本次设计的核心代码示例，包括前端的HTML页面和后端的Java Servlet代码。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这是前端登录页面的核心HTML结构。它定义了手机号和验证码的输入框，以及获取验证码和登录的按钮。完整的CSS样式和JavaScript交互逻辑已在项目仓库中提供，这里展示了最关键的页面骨架。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这是后端`CaptchaServlet`的核心代码。它接收前端发来的手机号，生成一个6位随机验证码，将其存入Session并设置有效期为120秒，然后模拟发送验证码，并向前端返回成功响应。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最后，我们进入第五部分，对本次课程设计进行总结，并对未来的优化方向进行展望。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本次设计，我们成功实现了手机验证码登录的核心功能，关键在于合理运用了Session进行安全存储，并注重了用户体验。当然，在真实生产环境中，还有很多可以优化的地方，比如增加图形验证码、集成真实短信服务、完善安全机制等，这些都是未来可以进一步探索的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我的汇报到此结束，感谢各位老师和同学的聆听！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2.svg"/><Relationship Id="rId4" Type="http://schemas.openxmlformats.org/officeDocument/2006/relationships/image" Target="../media/image4.png"/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.svg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8.png"/><Relationship Id="rId3" Type="http://schemas.openxmlformats.org/officeDocument/2006/relationships/image" Target="../media/image3.svg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jpe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svg"/><Relationship Id="rId8" Type="http://schemas.openxmlformats.org/officeDocument/2006/relationships/image" Target="../media/image13.png"/><Relationship Id="rId7" Type="http://schemas.openxmlformats.org/officeDocument/2006/relationships/image" Target="../media/image7.svg"/><Relationship Id="rId6" Type="http://schemas.openxmlformats.org/officeDocument/2006/relationships/image" Target="../media/image12.png"/><Relationship Id="rId5" Type="http://schemas.openxmlformats.org/officeDocument/2006/relationships/image" Target="../media/image5.svg"/><Relationship Id="rId4" Type="http://schemas.openxmlformats.org/officeDocument/2006/relationships/image" Target="../media/image9.png"/><Relationship Id="rId3" Type="http://schemas.openxmlformats.org/officeDocument/2006/relationships/image" Target="../media/image6.svg"/><Relationship Id="rId2" Type="http://schemas.openxmlformats.org/officeDocument/2006/relationships/image" Target="../media/image11.pn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9.svg"/><Relationship Id="rId10" Type="http://schemas.openxmlformats.org/officeDocument/2006/relationships/image" Target="../media/image14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7.jpeg"/><Relationship Id="rId5" Type="http://schemas.openxmlformats.org/officeDocument/2006/relationships/image" Target="../media/image11.svg"/><Relationship Id="rId4" Type="http://schemas.openxmlformats.org/officeDocument/2006/relationships/image" Target="../media/image16.png"/><Relationship Id="rId3" Type="http://schemas.openxmlformats.org/officeDocument/2006/relationships/image" Target="../media/image10.svg"/><Relationship Id="rId2" Type="http://schemas.openxmlformats.org/officeDocument/2006/relationships/image" Target="../media/image15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.svg"/><Relationship Id="rId6" Type="http://schemas.openxmlformats.org/officeDocument/2006/relationships/image" Target="../media/image15.png"/><Relationship Id="rId5" Type="http://schemas.openxmlformats.org/officeDocument/2006/relationships/image" Target="../media/image13.svg"/><Relationship Id="rId4" Type="http://schemas.openxmlformats.org/officeDocument/2006/relationships/image" Target="../media/image19.png"/><Relationship Id="rId3" Type="http://schemas.openxmlformats.org/officeDocument/2006/relationships/image" Target="../media/image12.svg"/><Relationship Id="rId2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22.png"/><Relationship Id="rId7" Type="http://schemas.openxmlformats.org/officeDocument/2006/relationships/image" Target="../media/image15.svg"/><Relationship Id="rId6" Type="http://schemas.openxmlformats.org/officeDocument/2006/relationships/image" Target="../media/image21.png"/><Relationship Id="rId5" Type="http://schemas.openxmlformats.org/officeDocument/2006/relationships/image" Target="../media/image14.svg"/><Relationship Id="rId4" Type="http://schemas.openxmlformats.org/officeDocument/2006/relationships/image" Target="../media/image20.png"/><Relationship Id="rId3" Type="http://schemas.openxmlformats.org/officeDocument/2006/relationships/image" Target="../media/image10.svg"/><Relationship Id="rId2" Type="http://schemas.openxmlformats.org/officeDocument/2006/relationships/image" Target="../media/image15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15.png"/><Relationship Id="rId7" Type="http://schemas.openxmlformats.org/officeDocument/2006/relationships/image" Target="../media/image18.svg"/><Relationship Id="rId6" Type="http://schemas.openxmlformats.org/officeDocument/2006/relationships/image" Target="../media/image24.png"/><Relationship Id="rId5" Type="http://schemas.openxmlformats.org/officeDocument/2006/relationships/image" Target="../media/image2.svg"/><Relationship Id="rId4" Type="http://schemas.openxmlformats.org/officeDocument/2006/relationships/image" Target="../media/image4.png"/><Relationship Id="rId3" Type="http://schemas.openxmlformats.org/officeDocument/2006/relationships/image" Target="../media/image17.svg"/><Relationship Id="rId2" Type="http://schemas.openxmlformats.org/officeDocument/2006/relationships/image" Target="../media/image23.png"/><Relationship Id="rId15" Type="http://schemas.openxmlformats.org/officeDocument/2006/relationships/notesSlide" Target="../notesSlides/notesSlide16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9.svg"/><Relationship Id="rId12" Type="http://schemas.openxmlformats.org/officeDocument/2006/relationships/image" Target="../media/image25.png"/><Relationship Id="rId11" Type="http://schemas.openxmlformats.org/officeDocument/2006/relationships/image" Target="../media/image4.svg"/><Relationship Id="rId10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手机验证码登录功能</a:t>
            </a:r>
            <a:b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课程设计汇报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572000"/>
            <a:ext cx="1270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520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汇报人：向熙   |   班级：四班 第十二组   |   日期：2026年6月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功能介绍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8575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解析手机验证码登录的核心概念，对比传统登录方式的痛点，阐述该方案的核心优势与应用价值。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1778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394200" y="177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48200" y="19685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实现流程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482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48200" y="28575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梳理从用户发起请求、获取验证码到验证登录的全链路交互流程，拆解每一步的关键逻辑节点。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1778000"/>
            <a:ext cx="33782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026400" y="177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80400" y="1968500"/>
            <a:ext cx="2870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技术细节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2804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80400" y="28575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深入剖析前端页面的交互逻辑与组件设计，以及后端的验证码生成、存储校验与安全防护机制。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19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19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016000" y="438150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核心代码示例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167">
            <a:off x="10160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1016000" y="5207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展示前端页面的关键交互代码，以及后端Servlet处理请求、调用短信服务接口的核心实现代码片段。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159500" y="419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159500" y="419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13500" y="4381500"/>
            <a:ext cx="463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9167">
            <a:off x="6413508" y="5073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413500" y="5207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总结本次设计的关键实现要点，同时探讨方案在安全性、用户体验及系统性能等方面的未来优化方向。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78500" y="4191000"/>
            <a:ext cx="635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功能介绍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937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FUNCTION INTRODUCTION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什么是手机验证码登录？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1968500"/>
            <a:ext cx="1003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手机验证码登录是一种基于用户手机设备的身份验证机制，它彻底取代了传统的“用户名/邮箱 + 密码”登录模式。用户仅需输入个人手机号码，系统便会通过短信通道向该设备发送一组4-6位的一次性动态数字验证码，用户正确输入后即可快速完成身份核验，顺利登录目标系统，大幅简化了操作流程。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318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572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841500" y="4508500"/>
            <a:ext cx="387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信任基础：物理占有权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291">
            <a:off x="1016009" y="532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5461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不再依赖易泄露、易遗忘的数字密码，而是以用户对手机设备的实际持有，作为身份验证的核心信任依据。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4318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572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302500" y="4508500"/>
            <a:ext cx="387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验证逻辑：动态唯一凭证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532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477000" y="5461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通过短信传递短期有效、不可预测的动态验证码，用“你拥有什么”的逻辑，高效证明“你是你”，提升安全性。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传统登录方式的痛点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沉重的记忆负担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508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用户需要为不同平台创建并记忆大量独立的账号密码，极易造成混淆、遗忘，为了方便记忆而重复使用密码又埋下了安全隐患。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5588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302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429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严峻的账号安全风险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9370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弱密码陷阱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用户偏好简单易记字符，极易被黑客暴力破解，防护能力极低。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5347115">
            <a:off x="2254250" y="4406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2730500" y="39370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撞库攻击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一处数据泄露，攻击者利用该信息尝试登录其他平台，引发连锁被盗。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5347115">
            <a:off x="3905250" y="4406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381500" y="3937000"/>
            <a:ext cx="184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钓鱼网站欺诈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用户在仿冒网站输入账号密码，导致信息直接落入不法分子手中。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270500"/>
            <a:ext cx="558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2705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3975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繁琐的注册转化流程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84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新用户需经历填写信息、设置并确认密码等多步操作，流程冗长复杂，极大增加了用户流失的可能性。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rcRect l="15589" r="15590"/>
          <a:stretch>
            <a:fillRect/>
          </a:stretch>
        </p:blipFill>
        <p:spPr>
          <a:xfrm>
            <a:off x="6858000" y="1778000"/>
            <a:ext cx="2349500" cy="22225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rcRect t="2702" b="2702"/>
          <a:stretch>
            <a:fillRect/>
          </a:stretch>
        </p:blipFill>
        <p:spPr>
          <a:xfrm>
            <a:off x="9334500" y="1778000"/>
            <a:ext cx="2349500" cy="22225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6858000" y="4318000"/>
            <a:ext cx="4826000" cy="1905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048500" y="4508500"/>
            <a:ext cx="444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体验与安全的双重缺失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传统的账号密码体系，本质上是将管理安全的责任完全推给了用户。这不仅让用户体验大打折扣，也使得企业的账户体系始终处于脆弱的暴露状态，无法从根本上解决身份认证的安全问题。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手机验证码登录的核心优势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34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体验与流程革新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免密极简操作：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无需记忆复杂密码，将注册与登录流程合二为一，用户仅需两步即可完成身份验证，大幅降低使用门槛。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699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转化效率提升：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简化的交互流程减少了用户流失点，让新用户可以更顺畅地完成注册转化，提升产品整体的用户增长效率。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81500" y="2032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286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70500" y="234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多维安全防护体系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3302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基于设备的强验证：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身份验证核心从“知道密码”转向“拥有设备”，配合动态、一次性且有有效期的验证码，从根源上杜绝固定凭证泄露风险。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4699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防御撞库与盗用：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由于不存在固定密码，传统的撞库攻击手段完全失效，有效保护用户账号安全，降低平台安全治理的压力。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3429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286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90000" y="2349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开发运维成本优化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3041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3302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摒弃复杂密码体系：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后端无需开发和维护密码加密存储、定期更换、找回重置等复杂业务逻辑，大幅减少核心代码量与潜在Bug。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55000" y="4699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轻量化业务架构：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简化用户表结构设计，减少密码相关的安全审计与合规性工作，让研发团队能聚焦于核心业务功能的迭代与优化。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78500" y="4191000"/>
            <a:ext cx="635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实现流程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IMPLEMENTATION PROCESS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实现流程总览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用户访问与触达：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前端加载登录界面，用户输入手机号并点击“获取验证码”，开启交互流程。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52705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540000"/>
            <a:ext cx="762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2603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前端校验与请求：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验证手机号格式合法性，向后端发送请求并启动60s倒计时，防止重复操作。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52705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556000"/>
            <a:ext cx="762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3619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后端生成与下发：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服务端生成随机6位验证码，存入Session，并调用短信网关接口将验证码下发给用户。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86500" y="1524000"/>
            <a:ext cx="52705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86500" y="1524000"/>
            <a:ext cx="762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540500" y="1587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用户回填与提交：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用户接收短信后，在登录页输入验证码，前端封装手机号与验证码信息提交至后端。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2540000"/>
            <a:ext cx="52705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86500" y="2540000"/>
            <a:ext cx="762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540500" y="2603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后端核实验证：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服务端取出Session中的验证码与用户提交的进行比对，校验有效期与准确性。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86500" y="3556000"/>
            <a:ext cx="52705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86500" y="3556000"/>
            <a:ext cx="762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40500" y="3619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结果响应与跳转：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验证通过则创建用户登录会话并返回成功，前端跳转主页；失败则返回错误提示。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4092">
            <a:off x="762004" y="469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3" name="Picture 23"/>
          <p:cNvPicPr>
            <a:picLocks noChangeAspect="1"/>
          </p:cNvPicPr>
          <p:nvPr/>
        </p:nvPicPr>
        <p:blipFill>
          <a:blip r:embed="rId2"/>
          <a:srcRect l="10586" r="10586"/>
          <a:stretch>
            <a:fillRect/>
          </a:stretch>
        </p:blipFill>
        <p:spPr>
          <a:xfrm>
            <a:off x="762000" y="4953000"/>
            <a:ext cx="3302000" cy="1397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4" name="AutoShape 24"/>
          <p:cNvSpPr/>
          <p:nvPr/>
        </p:nvSpPr>
        <p:spPr>
          <a:xfrm>
            <a:off x="4445000" y="4953000"/>
            <a:ext cx="6921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核心交互逻辑：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直观展现了客户端与服务器的请求响应闭环。从用户触发“获取验证码”的HTTP请求开始，到后端处理、短信下发，再到用户提交验证信息的二次请求，形成了完整的身份验证闭环，保障了登录的安全性与流程的完整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2413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78500" y="4191000"/>
            <a:ext cx="635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457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技术细节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1F2937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TECHNICAL DETAILS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前端技术细节 (HTML + JavaScript)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006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页面结构构建 (HTML &amp; CSS)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9210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核心表单元素搭建：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构建手机号输入框(type="tel")、验证码输入框及操作按钮，通过语义化标签保障基础可访问性，形成完整的登录交互骨架。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视觉与布局优化：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运用Flex/Grid布局实现响应式适配，结合CSS变量统一管理主题色，优化输入状态反馈与按钮动效，提升用户视觉体验与操作舒适度。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1778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032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112000" y="2006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交互逻辑与数据通信 (JS)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167">
            <a:off x="6540508" y="266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540500" y="2921000"/>
            <a:ext cx="47625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3073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2984500"/>
            <a:ext cx="406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格式校验：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使用正则表达式 /^1[3-9]\\d{9}$/ 实时验证手机号合法性，在提交前拦截无效输入，减少后端请求压力。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40500" y="3937000"/>
            <a:ext cx="23114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4064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4038600"/>
            <a:ext cx="17399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倒计时控制：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点击获取验证码后禁用按钮，通过setInterval实现秒级倒计时，提升交互安全性与引导性。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91600" y="3937000"/>
            <a:ext cx="2311400" cy="13335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18600" y="4064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499600" y="4038600"/>
            <a:ext cx="1676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异步通信交互：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基于Fetch API发送AJAX请求，处理登录响应，实现无刷新页面跳转或错误信息即时反馈。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5778500"/>
            <a:ext cx="10795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5778500"/>
            <a:ext cx="762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79500" y="5867400"/>
            <a:ext cx="1028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技术价值总结：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通过HTML构建稳固结构、CSS实现精致视觉、JavaScript驱动核心交互，三者深度融合，打造流畅、安全且高效的前端登录体验闭环。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后端技术细节 (Java Servlet)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6096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8034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CaptchaServlet：验证码生成与存储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7639">
            <a:off x="952507" y="2343150"/>
            <a:ext cx="571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540000"/>
            <a:ext cx="571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接收前端手机号请求，通过工具类生成随机数字验证码，将其存入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HttpSession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以保证会话隔离；控制台模拟发送日志，并向客户端返回包含状态码的JSON响应，完成验证码的生成链路。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6096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381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3434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LoginServlet：身份验证与会话管理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7639">
            <a:off x="952507" y="4883150"/>
            <a:ext cx="571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952500" y="5080000"/>
            <a:ext cx="571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获取用户提交的手机号与验证码，从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HttpSession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取出存储值进行一致性校验；验证通过则清除旧验证码并创建登录态，失败则返回错误提示，保障登录流程的安全性与准确性。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t="8978" b="8978"/>
          <a:stretch>
            <a:fillRect/>
          </a:stretch>
        </p:blipFill>
        <p:spPr>
          <a:xfrm>
            <a:off x="7493000" y="2032000"/>
            <a:ext cx="3556000" cy="279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493000" y="5080000"/>
            <a:ext cx="35560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0" y="5207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Servlet 标准接口处理 HTTP 请求，基于会话机制实现无状态到有状态的安全验证，确保每一次交互的独立性与数据的安全性。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>
                    <a:alpha val="85098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78500" y="4064000"/>
            <a:ext cx="635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核心代码示例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1F2937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CORE CODE EXAMPLES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前端登录页面核心结构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3683000"/>
          </a:xfrm>
          <a:prstGeom prst="roundRect">
            <a:avLst>
              <a:gd name="adj" fmla="val 0"/>
            </a:avLst>
          </a:prstGeom>
          <a:solidFill>
            <a:srgbClr val="1F293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334000" cy="508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52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核心骨架：login.html 关键结构片段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4953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CD34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&lt;div class="login-container"&gt;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&lt;input type="tel" id="phone" placeholder="请输入手机号" /&gt;</a:t>
            </a:r>
            <a:endParaRPr lang="en-US" sz="13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&lt;div class="captcha-row"&gt;</a:t>
            </a:r>
            <a:endParaRPr lang="en-US" sz="13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&lt;input type="text" id="captcha" placeholder="验证码" /&gt;</a:t>
            </a:r>
            <a:endParaRPr lang="en-US" sz="13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&lt;button id="getCaptchaBtn"&gt;获取验证码&lt;/button&gt;</a:t>
            </a:r>
            <a:endParaRPr lang="en-US" sz="13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&lt;/div&gt;</a:t>
            </a:r>
            <a:endParaRPr lang="en-US" sz="13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CD34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&lt;/div&gt;</a:t>
            </a:r>
            <a:endParaRPr lang="en-US" sz="1300" b="0" i="0" u="none" strike="noStrike">
              <a:solidFill>
                <a:srgbClr val="FCD34D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5715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页面采用语义化HTML标签构建，通过分层的div结构组织输入框与按钮，确保结构清晰、易于维护。完整的CSS样式与JS交互逻辑已封装在项目组件中。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90450">
            <a:off x="4191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858000" y="1651000"/>
            <a:ext cx="457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858000" y="1651000"/>
            <a:ext cx="762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0" y="1841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747000" y="1803400"/>
            <a:ext cx="349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身份载体：手机号输入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112000" y="23495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使用type="tel"专用输入框，适配移动端数字键盘，提升用户输入体验，同时作为用户唯一身份标识的入口。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858000" y="3238500"/>
            <a:ext cx="457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858000" y="3238500"/>
            <a:ext cx="762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2000" y="3429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747000" y="3390900"/>
            <a:ext cx="349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安全验证：验证码机制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12000" y="39370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分离式布局设计输入框与“获取验证码”按钮，配合后端接口实现倒计时、频率限制等安全逻辑，保障登录安全。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858000" y="4826000"/>
            <a:ext cx="4572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858000" y="4826000"/>
            <a:ext cx="762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5016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747000" y="4978400"/>
            <a:ext cx="3492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操作闭环：提交与状态反馈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112000" y="55245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登录按钮触发表单提交，预留message区域用于展示操作结果（成功/失败提示），形成完整的用户操作与反馈闭环。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后端验证码生成 (CaptchaServlet.java)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842000" cy="3556000"/>
          </a:xfrm>
          <a:prstGeom prst="roundRect">
            <a:avLst>
              <a:gd name="adj" fmla="val 0"/>
            </a:avLst>
          </a:prstGeom>
          <a:solidFill>
            <a:srgbClr val="1F293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5461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@WebServlet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("/captcha")</a:t>
            </a:r>
            <a:r>
              <a:rPr lang="en-US" sz="1200" b="0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public class</a:t>
            </a:r>
            <a:r>
              <a:rPr lang="en-US" sz="1200" b="0" i="0" u="none" strike="noStrike">
                <a:solidFill>
                  <a:srgbClr val="FACC1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CaptchaServlet</a:t>
            </a:r>
            <a:r>
              <a:rPr lang="en-US" sz="1200" b="0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extends</a:t>
            </a:r>
            <a:r>
              <a:rPr lang="en-US" sz="1200" b="0" i="0" u="none" strike="noStrike">
                <a:solidFill>
                  <a:srgbClr val="FACC1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HttpServlet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{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8717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protected void</a:t>
            </a:r>
            <a:r>
              <a:rPr lang="en-US" sz="1200" b="0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doPost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(HttpServletRequest req, HttpServletResponse resp) {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1. 生成6位随机验证码 &amp; 2. 存入Session并设置2分钟有效期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String captcha = generateCaptcha(6); req.getSession().setAttribute("cap_" + req.getParameter("phone"), captcha);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req.getSession().setMaxInactiveInterval(120); // 3. 模拟发送 &amp; 4. 返回JSON响应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System.out.println("验证码：" + captcha); resp.getWriter().write("{\"success\": true}");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5461000"/>
            <a:ext cx="584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核心逻辑封装在 `doPost` 方法中，通过 Session 机制实现验证码的临时存储与120秒有效性管理，既保证了接口的安全性，也确保了验证码的时效性。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90177">
            <a:off x="4635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985000" y="1651000"/>
            <a:ext cx="2349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500" y="1841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620000" y="1841500"/>
            <a:ext cx="158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生成验证码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22178">
            <a:off x="7175520" y="24066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7175500" y="2540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调用核心工具方法，随机生成6位数字验证码，作为用户验证的核心凭据。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461500" y="1651000"/>
            <a:ext cx="2349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0" y="1841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0096500" y="1841500"/>
            <a:ext cx="158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存储至Session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22178">
            <a:off x="9652020" y="24066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9652000" y="2540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以手机号为键，将验证码存入Session，并设置最大不活动间隔为120秒，自动失效。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985000" y="3937000"/>
            <a:ext cx="2349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5500" y="4127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620000" y="4127500"/>
            <a:ext cx="158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模拟发送逻辑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22178">
            <a:off x="7175520" y="46926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7175500" y="4826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在控制台打印验证码以模拟短信/接口发送流程，实际应用中可集成第三方短信网关服务。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461500" y="3937000"/>
            <a:ext cx="23495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52000" y="4127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0096500" y="4127500"/>
            <a:ext cx="158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返回成功响应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22178">
            <a:off x="9652020" y="46926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652000" y="4826000"/>
            <a:ext cx="196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向前端返回标准的JSON格式成功响应，告知客户端验证码已触发发送流程。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>
                    <a:alpha val="85098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064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44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937">
                    <a:alpha val="8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SUMMARY AND OUTLOOK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89889">
            <a:off x="3937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508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14400" y="16002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实现要点总结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924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2603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前后端分离协作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前端专注交互体验实现，后端负责核心业务逻辑处理，职责清晰高效。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556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7084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87500" y="3619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安全机制与时效管控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利用Session安全存储验证码，严格设置有效期并在使用后即时销毁，降低泄露风险。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4826000"/>
            <a:ext cx="508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016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4889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用户体验与模块化设计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完善表单验证、倒计时与错误提示流程，保障流畅体验；代码结构模块化，逻辑清晰，大幅提升后续维护与扩展效率。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77000" y="1651000"/>
            <a:ext cx="508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29400" y="1600200"/>
            <a:ext cx="482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可优化的方向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2540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26924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302500" y="2603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多维验证与真实服务集成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引入图形验证码防机器人刷取，集成真实短信/语音验证码服务，提供多样化验证选择。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477000" y="3556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3708400"/>
            <a:ext cx="457200" cy="457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302500" y="3619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强化安全防护体系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实施接口限流防刷策略，全面部署HTTPS协议加密传输，筑牢系统安全防线。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477000" y="4826000"/>
            <a:ext cx="5080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50165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302500" y="4889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技术架构迭代升级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升级采用Spring Boot框架简化开发，引入Redis缓存提升性能，为系统承载更高并发、更复杂业务场景打下坚实基础。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8575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191000"/>
            <a:ext cx="1016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WATCHING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4192</Words>
  <Application>WPS 演示</Application>
  <PresentationFormat/>
  <Paragraphs>241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Sans SC</vt:lpstr>
      <vt:lpstr>Poppins</vt:lpstr>
      <vt:lpstr>Segoe Print</vt:lpstr>
      <vt:lpstr>Consolas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WPS_1725182907</cp:lastModifiedBy>
  <cp:revision>1</cp:revision>
  <dcterms:created xsi:type="dcterms:W3CDTF">2026-05-31T07:55:53Z</dcterms:created>
  <dcterms:modified xsi:type="dcterms:W3CDTF">2026-05-31T07:55:53Z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{"Label":"1","ContentProducer":"001191110102MACQD9K64010000","ProduceID":"7645961413370153944","ReservedCode1":"","ContentPropagator":"","PropagateID":"","ReservedCode2":""}</vt:lpwstr>
  </property>
  <property fmtid="{D5CDD505-2E9C-101B-9397-08002B2CF9AE}" pid="3" name="ICV">
    <vt:lpwstr>9AE75268D70E4E2596C0688A8D3263F3</vt:lpwstr>
  </property>
  <property fmtid="{D5CDD505-2E9C-101B-9397-08002B2CF9AE}" pid="4" name="KSOProductBuildVer">
    <vt:lpwstr>2052-11.1.0.11757</vt:lpwstr>
  </property>
</Properties>
</file>