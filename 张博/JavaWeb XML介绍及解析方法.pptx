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82" y="1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技术分享。今天我们将深入探讨JavaWeb开发中一个非常基础且重要的技术——XML。我们将从XML的基本概念讲起，了解它在JavaWeb中的核心应用，然后重点介绍四种主流的XML解析方法，并通过代码示例和对比分析，帮助大家在实际项目中做出最合适的技术选型。希望通过这次分享，能让大家对XML处理有一个更全面和深入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本次分享将分为三个部分。首先，我们会回顾XML的基础知识以及它在JavaWeb开发中的具体应用，特别是大家非常熟悉的web.xml文件。接着，我们将深入探讨四种主流的Java XML解析技术：DOM、SAX、DOM4J和JAXB，分析它们的原理、优缺点并提供代码示例。最后，我们会对这些方法进行横向对比，并给出实用的选型建议，帮助大家在项目中做出最佳选择。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回顾一下XML的基础知识。XML，即可扩展标记语言，它的核心作用是存储和传输数据。与HTML不同，XML不用于展示数据，而是专注于数据本身的结构。它最大的特点是可扩展性，我们可以根据业务需求创建自己的标签。同时，它的自我描述性使得数据非常易于理解和共享。最重要的是，XML是平台无关的，这使得它成为不同系统间数据交换的理想格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XML在JavaWeb开发中具体有哪些应用呢？最经典的就是作为配置文件。我们熟知的web.xml就是一个典型的例子，它定义了整个Web应用的部署描述。此外，像Spring、Struts等许多框架也都使用XML来存储配置信息。其次，XML也被广泛用于不同系统间的数据交换，虽然现在JSON更流行，但在很多企业级应用中XML依然是主流。此外，它还可以作为轻量级的数据存储和消息格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展示了web.xml中一些关键配置的代码片段。比如，我们可以通过&lt;context-param&gt;配置应用级别的参数；通过&lt;listener&gt;配置监听器来监听应用的生命周期；通过&lt;filter&gt;和&lt;filter-mapping&gt;配置过滤器，比如常见的字符编码过滤器；以及通过&lt;servlet&gt;和&lt;servlet-mapping&gt;来配置我们自己的Servlet。这些都是web.xml中最基础也是最常用的配置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XML的基础和应用后，我们进入今天的核心部分：如何使用Java来读取和处理XML文件。Java提供了多种解析技术，主要可以分为两大类：基于树结构的解析和基于流的解析。接下来，我们将详细介绍四种主流的解析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DOM解析。它的原理非常直观，就是把整个XML文件加载到内存里，形成一棵DOM树。这种方式的优点是操作简单，可以随意访问和修改任何节点。但缺点也很明显，就是非常消耗内存，如果XML文件太大，就很容易导致内存溢出。因此，它更适合处理较小的XML文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SAX解析。与DOM不同，SAX是一种流式解析方式，它基于事件驱动。解析器一边读文件，一边触发事件，比如遇到开始标签、结束标签、文本内容等。我们需要编写自己的事件处理器来响应这些事件。SAX的最大优点是内存占用极低，因为它不需要把整个文件加载到内存，所以非常适合处理超大文件。但缺点是编程比较复杂，而且只能单向读取，不能回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种是DOM4J，这是一个非常流行的开源框架。它吸取了DOM和SAX的优点，既有DOM的树形结构，方便操作，又有SAX的高性能。它的API设计得非常友好，代码写起来非常简洁。而且它还支持XPath查询，可以非常方便地定位到我们想要的节点。虽然它不是JDK原生的，需要引入额外的jar包，但它的强大功能和易用性使其成为企业开发中的首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JAXB，这是一种对象绑定技术。它的核心思想是通过注解，将XML结构映射到Java类上。这样，我们就不需要手动解析XML节点了，而是直接操作Java对象。JAXB会自动完成XML到对象的转换，以及对象到XML的生成。这种方式非常优雅，代码可读性极高，而且是类型安全的。但它的缺点是灵活性较差，只适用于结构固定的XML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现在我们来对这四种解析方式做一个横向对比。从页面中可以清晰地看到它们的特点：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DOM 解析构建完整文档树，支持随机访问和修改，但内存占用高，适合小型配置文件。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SAX 采用事件驱动流式读取，内存占用极低且速度快，是处理超大文件的唯一选择，但编程较为复杂且仅支持只读。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DOM4J 在功能、API友好性和社区活跃度上表现最佳，支持XPath等高级特性，是企业级应用开发的主流首选。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JAXB 则以面向对象的方式提供了极致的开发优雅性，适合处理有固定结构的XML数据转换场景。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在实际项目中我们该如何选择呢？这里有一个简单的选型指南。如果文件特别大，就用SAX。如果文件不大，但需要灵活操作，就用DOM4J。如果XML结构固定，并且希望代码更优雅，就用JAXB。如果项目不允许引入第三方库，那就只能在原生的DOM和SAX之间选择了。总的来说，在现代开发中，DOM4J和JAXB是我们最常用的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20000"/>
                </a:srgbClr>
              </a:gs>
              <a:gs pos="100000">
                <a:srgbClr val="000000">
                  <a:alpha val="65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0" y="2540000"/>
            <a:ext cx="5207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JavaWeb XML</a:t>
            </a:r>
            <a:b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介绍及解析方法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858000" y="4699000"/>
            <a:ext cx="4826000" cy="1143000"/>
          </a:xfrm>
          <a:prstGeom prst="roundRect">
            <a:avLst>
              <a:gd name="adj" fmla="val 0"/>
            </a:avLst>
          </a:prstGeom>
          <a:solidFill>
            <a:srgbClr val="1923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858000" y="4699000"/>
            <a:ext cx="50800" cy="1143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112000" y="4800600"/>
            <a:ext cx="444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张博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112000" y="5334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</a:t>
            </a:r>
            <a:r>
              <a:rPr lang="en-US" altLang="zh-CN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762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968500"/>
            <a:ext cx="311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9210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XML基础与JavaWeb应用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031">
            <a:off x="952513" y="3803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4064000"/>
            <a:ext cx="3111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从XML的核心定义出发，梳理其作为数据交换格式在JavaWeb开发中的核心价值。重点解析标准部署描述符 web.xml 的结构体系，以及它如何作为应用的核心配置文件串联起Servlet、Filter与Listener等关键组件。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704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70400" y="1651000"/>
            <a:ext cx="3492500" cy="762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60900" y="1968500"/>
            <a:ext cx="311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29210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Java读取XML的方法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031">
            <a:off x="4660913" y="3803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4064000"/>
            <a:ext cx="3111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深入剖析四种主流的XML解析技术栈：DOM的文档树解析、SAX的事件驱动流解析、DOM4J的高效易用API，以及JAXB的对象映射机制。通过原理对比与代码示例，掌握不同场景下的解析策略与最佳实践。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788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78800" y="1651000"/>
            <a:ext cx="3492500" cy="762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69300" y="1968500"/>
            <a:ext cx="311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69300" y="29210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总结与对比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031">
            <a:off x="8369313" y="3803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69300" y="4064000"/>
            <a:ext cx="3111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横向对比各类解析技术的性能特征、内存消耗与开发效率。结合企业级开发的实际需求，提供清晰的技术选型决策指南，帮助开发者在不同的业务场景下，如配置读取、数据传输等，做出最优的技术方案选择。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XML基础与JavaWeb应用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498600"/>
            <a:ext cx="1016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XML（可扩展标记语言）是一种独立于软件和硬件的信息传输工具，用于存储和传输结构化数据。它不预设标签，而是允许用户根据业务需求定义专属标记，这使其成为不同系统间数据交换和配置文件编写的通用标准，也是JavaWeb开发中处理配置、数据交互的核心基础技术之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4CAF50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25654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14400" y="3073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可扩展性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4400" y="35560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完全摆脱预定义标签的束缚，开发者可根据业务逻辑自定义如 &lt;user&gt;、&lt;order&gt; 等语义化标签，灵活适配各类复杂数据结构的表达需求。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29000" y="292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4CAF50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429000" y="2921000"/>
            <a:ext cx="25654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581400" y="3073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自我描述性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81400" y="35560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文档本身包含了完整的结构信息和数据含义，不仅机器可解析，人类也能直接阅读理解，极大降低了数据共享与维护时的沟通成本。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292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4CAF50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096000" y="2921000"/>
            <a:ext cx="25654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48400" y="3073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平台无关性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48400" y="35560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基于纯文本的存储格式，不依赖任何特定的操作系统、数据库或编程语言。无论是 Windows、Linux 还是不同后端语言，都能无缝解析和处理。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763000" y="292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4CAF50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763000" y="2921000"/>
            <a:ext cx="25654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915400" y="3073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数据显示分离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915400" y="35560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核心聚焦于“数据是什么”，而将“数据如何展示”的工作交给 XSLT、CSS 或前端代码处理。实现了数据内容与视觉表现的彻底解耦。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2F8F2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62000" y="5080000"/>
            <a:ext cx="50800" cy="1270000"/>
          </a:xfrm>
          <a:prstGeom prst="roundRect">
            <a:avLst>
              <a:gd name="adj" fmla="val 0"/>
            </a:avLst>
          </a:prstGeom>
          <a:solidFill>
            <a:srgbClr val="FF9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51816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 JavaWeb 开发中的核心价值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16000" y="55880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XML 是 Java 生态中配置文件的“通用语言”，如 Web 应用的 web.xml、框架配置 Spring.xml 等。同时，它也是早期异构系统间进行数据通信（如 SOAP 协议）的标准格式，通过其结构化特性保障了复杂业务数据在不同组件、不同服务间流转的准确性与规范性。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XML在JavaWeb中的应用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配置文件 Configuration Files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作为Java Web应用的核心部署描述符，如web.xml负责定义Servlet、Filter与Listener的映射规则；同时也是主流框架的核心配置载体，例如Spring的applicationContext.xml与Struts2的struts.xml，通过声明式配置实现组件的解耦与灵活装配，是传统JavaWeb开发中不可或缺的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7145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数据交换 Data Exchange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28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在异构系统间实现标准化数据传输的通用格式，有效解决了不同技术栈、不同平台间的数据互认问题。经典应用场景包括早期的SOAP Web Service，通过统一的XML结构封装请求与响应数据，确保跨系统通信的稳定性与兼容性，是企业级服务集成的重要技术手段。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2545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 Data Storage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作为轻量级的结构化数据存储格式，适用于存储无需复杂事务与高性能查询的配置信息、元数据或小型数据集。相比关系型数据库更加轻量且易于人工编辑与解析，常被用于应用初始化参数、本地化数据缓存以及简单业务数据的持久化，平衡了易用性与可维护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064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406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77000" y="42545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消息格式 Message Format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82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在企业服务总线（ESB）与消息中间件中作为标准的消息载体，能够承载复杂的业务语义与嵌套数据结构。在分布式系统的异步解耦通信中，XML良好的结构性与自描述性，保障了消息的可读性与可扩展性，使其成为企业级应用集成架构中可靠的数据交互标准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核心配置文件：web.xml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572000"/>
          </a:xfrm>
          <a:prstGeom prst="roundRect">
            <a:avLst>
              <a:gd name="adj" fmla="val 0"/>
            </a:avLst>
          </a:prstGeom>
          <a:solidFill>
            <a:srgbClr val="21252B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4572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1714500"/>
            <a:ext cx="100330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&lt;web-app xmlns="http://xmlns.jcp.org/xml/ns/javaee" version="4.0"&gt;</a:t>
            </a:r>
            <a:endParaRPr lang="en-US" sz="1100"/>
          </a:p>
          <a:p>
            <a:pPr marL="254000" indent="0" algn="l">
              <a:lnSpc>
                <a:spcPct val="108333"/>
              </a:lnSpc>
            </a:pPr>
            <a:r>
              <a:rPr lang="en-US" sz="1300" b="0" i="1" u="none" strike="noStrike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&lt;!-- 上下文初始化参数：定义应用级全局变量 --&gt;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&lt;context-param&gt;</a:t>
            </a:r>
          </a:p>
          <a:p>
            <a:pPr marL="508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&lt;param-name&gt;</a:t>
            </a:r>
            <a:r>
              <a:rPr lang="en-US" sz="1300" b="0" i="0" u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appName</a:t>
            </a: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&lt;/param-name&gt;</a:t>
            </a:r>
          </a:p>
          <a:p>
            <a:pPr marL="508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&lt;param-value&gt;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我的Web应用</a:t>
            </a: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&lt;/param-value&gt;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&lt;/context-param&gt;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300" b="0" i="1" u="none" strike="noStrike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&lt;!-- 监听器：监听应用启动/销毁等生命周期事件 --&gt;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&lt;listener&gt;</a:t>
            </a:r>
          </a:p>
          <a:p>
            <a:pPr marL="508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&lt;listener-class&gt;</a:t>
            </a:r>
            <a:r>
              <a:rPr lang="en-US" sz="1300" b="0" i="0" u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com.example.AppContextListener</a:t>
            </a: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&lt;/listener-class&gt;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&lt;/listener&gt;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300" b="0" i="1" u="none" strike="noStrike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&lt;!-- 过滤器：请求到达Servlet前的预处理（如编码、权限） --&gt;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&lt;filter&gt;</a:t>
            </a:r>
          </a:p>
          <a:p>
            <a:pPr marL="508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&lt;filter-name&gt;</a:t>
            </a:r>
            <a:r>
              <a:rPr lang="en-US" sz="1300" b="0" i="0" u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CharacterEncodingFilter</a:t>
            </a: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&lt;/filter-name&gt;</a:t>
            </a:r>
          </a:p>
          <a:p>
            <a:pPr marL="508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&lt;filter-class&gt;</a:t>
            </a:r>
            <a:r>
              <a:rPr lang="en-US" sz="1300" b="0" i="0" u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org.springframework.web.filter.CharacterEncodingFilter</a:t>
            </a: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&lt;/filter-class&gt;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&lt;/filter&gt;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&lt;filter-mapping&gt;</a:t>
            </a:r>
          </a:p>
          <a:p>
            <a:pPr marL="508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&lt;filter-name&gt;</a:t>
            </a:r>
            <a:r>
              <a:rPr lang="en-US" sz="1300" b="0" i="0" u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CharacterEncodingFilter</a:t>
            </a: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&lt;/filter-name&gt;</a:t>
            </a:r>
          </a:p>
          <a:p>
            <a:pPr marL="508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&lt;url-pattern&gt;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/*</a:t>
            </a: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&lt;/url-pattern&gt;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&lt;/filter-mapping&gt;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&lt;/web-app&gt;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32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4064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Java读取XML的方法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DOM解析 (Document Object Model)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CAF5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4986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304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DOM解析器会将整个XML文档一次性加载到内存中，并构建出一个完整的层级树形结构（DOM树）。开发者可通过标准化的编程接口，像操作本地对象一样对XML文档进行遍历、节点查询、内容修改等操作，将非结构化的文本数据转化为可直接操作的内存对象模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52705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048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85A2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核心优势：直观灵活，操作便捷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3737"/>
                </a:solidFill>
                <a:latin typeface="Noto Sans SC"/>
                <a:ea typeface="Noto Sans SC"/>
                <a:cs typeface="Noto Sans SC"/>
                <a:sym typeface="Noto Sans SC"/>
              </a:rPr>
              <a:t>API设计符合直觉，极大降低了开发与调试成本；支持对树中任意节点的随机访问，无需顺序遍历；同时提供了完备的增、删、改方法，可直接修改文档结构并持久化，非常适合需要频繁调整数据内容的业务场景。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92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EF535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23000" y="2921000"/>
            <a:ext cx="5270500" cy="381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3048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C2828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主要局限：资源消耗与性能瓶颈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556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3737"/>
                </a:solidFill>
                <a:latin typeface="Noto Sans SC"/>
                <a:ea typeface="Noto Sans SC"/>
                <a:cs typeface="Noto Sans SC"/>
                <a:sym typeface="Noto Sans SC"/>
              </a:rPr>
              <a:t>由于需要一次性将全量文档加载至内存构建DOM树，处理大型XML文件时极易引发内存溢出；全量解析过程耗时较长，导致首屏响应延迟；且内存占用随文档规模线性增长，在高并发或资源受限的环境中，性能与稳定性面临较大挑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10731500" cy="1333500"/>
          </a:xfrm>
          <a:prstGeom prst="roundRect">
            <a:avLst>
              <a:gd name="adj" fmla="val 0"/>
            </a:avLst>
          </a:prstGeom>
          <a:solidFill>
            <a:srgbClr val="4CAF50">
              <a:alpha val="9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51816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651500"/>
            <a:ext cx="1022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5FAF5"/>
                </a:solidFill>
                <a:latin typeface="Noto Sans SC"/>
                <a:ea typeface="Noto Sans SC"/>
                <a:cs typeface="Noto Sans SC"/>
                <a:sym typeface="Noto Sans SC"/>
              </a:rPr>
              <a:t>更适合处理中小型XML文件，特别是业务逻辑中需要对数据内容进行频繁修改、深度查询与随机访问的场景，例如应用配置文件解析、小型数据报文交互、本地数据持久化等轻量级数据处理任务。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SAX解析 (Simple API for XML)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14605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1460500"/>
            <a:ext cx="1003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核心原理：基于事件驱动的流式解析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1905000"/>
            <a:ext cx="1003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不同于将整个文档加载到内存的方式，SAX解析器逐行读取XML文件，无需预加载全部内容。在解析过程中，一旦遇到元素开始、元素结束、文本内容等特定事件，立即触发开发者预设的回调方法进行数据处理，是一种“边读边处理”的流式机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048000"/>
            <a:ext cx="52070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2131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200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极致轻量与高效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3683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内存占用极低，无需一次性加载整个XML文档，完美适配处理数百MB甚至GB级别的超大文件；解析过程启动后即刻处理数据，I/O等待时间极短，整体解析速度显著优于传统树状解析方式。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304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23000" y="3048000"/>
            <a:ext cx="5207000" cy="38100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2131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3200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开发复杂度与单向性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3683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需开发者手动维护解析状态机，编写复杂的事件处理器逻辑；解析过程为只读且单向，如同“流水中的竹排”，只能从头到尾顺序遍历，无法随机访问历史节点，也不支持直接修改原始XML文档结构。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10668000" cy="1333500"/>
          </a:xfrm>
          <a:prstGeom prst="roundRect">
            <a:avLst>
              <a:gd name="adj" fmla="val 0"/>
            </a:avLst>
          </a:prstGeom>
          <a:solidFill>
            <a:srgbClr val="4CAF50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594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5359400"/>
            <a:ext cx="927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最佳适用场景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5842000"/>
            <a:ext cx="990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当面对无法一次性加载到内存的海量XML数据（如大型日志、数据导出文件），或业务仅需快速提取数据而无需修改文档结构时，SAX是最理想的技术选择，能在有限资源下实现高效的数据流转与处理。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DOM4J解析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4986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19304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DOM4J是一款优秀的开源XML解析框架，它创造性地整合了DOM和SAX两种经典解析方式的优势。对外提供类似DOM的直观树形结构，方便开发者进行节点的增删改查操作；底层则采用SAX流式解析机制，在保证开发便捷性的同时，大幅提升了数据处理的性能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2070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28956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核心优势：易用且强大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3274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API设计友好：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采用Java集合框架风格，代码编写简洁优雅，学习成本低，极大提升开发效率。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55928">
            <a:off x="2933700" y="3841791"/>
            <a:ext cx="99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3556000" y="33274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功能特性完备：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原生支持完整DOM操作、SAX事件流处理及XPath查询，能满足复杂数据提取需求。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2794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646464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23000" y="2794000"/>
            <a:ext cx="5207000" cy="38100"/>
          </a:xfrm>
          <a:prstGeom prst="roundRect">
            <a:avLst>
              <a:gd name="adj" fmla="val 0"/>
            </a:avLst>
          </a:prstGeom>
          <a:solidFill>
            <a:srgbClr val="64646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13500" y="28956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使用局限：需注意场景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33274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非原生依赖：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不属于JDK标准库，项目中需手动引入第三方JAR包，增加了项目的维护依赖项。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55928">
            <a:off x="8394700" y="3841791"/>
            <a:ext cx="99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646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953500" y="33274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内存消耗较高：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本质仍需加载文档树，在处理GB级超大XML文件时，可能引发内存溢出风险。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7625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4CAF50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52500" y="48641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主流应用场景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5270500"/>
            <a:ext cx="660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3737"/>
                </a:solidFill>
                <a:latin typeface="Noto Sans SC"/>
                <a:ea typeface="Noto Sans SC"/>
                <a:cs typeface="Noto Sans SC"/>
                <a:sym typeface="Noto Sans SC"/>
              </a:rPr>
              <a:t>广泛适用于90%以上的企业级开发需求，尤其是在业务系统配置文件解析、复杂数据报文处理、以及需要通过XPath进行深层节点精准查询的业务场景中。其灵活性与功能丰富度，使其成为Java生态中XML处理的首选方案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874000" y="4889500"/>
            <a:ext cx="3365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001000" y="4991100"/>
            <a:ext cx="311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“ 开发效率与功能的最佳平衡 ”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在非超大数据量场景下的工业级选择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JAXB解析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4986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05000"/>
            <a:ext cx="1003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通过注解将XML文档与Java对象（POJO）进行绑定，无需手动解析节点，即可实现XML与Java对象间的自动转换（序列化/反序列化）。开发者只需操作强类型的Java对象，底层由JAXB引擎完成数据的映射与转换工作。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857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2857500"/>
            <a:ext cx="52705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29591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核心优势：优雅且安全的开发体验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454400"/>
            <a:ext cx="16002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505200"/>
            <a:ext cx="1473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极致优雅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面向对象编程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代码可读性极高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679700" y="3454400"/>
            <a:ext cx="16002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2743200" y="3505200"/>
            <a:ext cx="1473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类型安全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强类型对象操作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规避转换异常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381500" y="3454400"/>
            <a:ext cx="16002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445000" y="3505200"/>
            <a:ext cx="1473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双向映射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序列化与反序列化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双向自动支持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223000" y="2857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EF5350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223000" y="2857500"/>
            <a:ext cx="5270500" cy="38100"/>
          </a:xfrm>
          <a:prstGeom prst="roundRect">
            <a:avLst>
              <a:gd name="adj" fmla="val 0"/>
            </a:avLst>
          </a:prstGeom>
          <a:solidFill>
            <a:srgbClr val="EF53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13500" y="29591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62828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局限性：适用边界需明确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34544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540500" y="35052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灵活性较弱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仅适用于结构固定的XML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需预先定义对应的Java类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017000" y="3454400"/>
            <a:ext cx="241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144000" y="35052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内存开销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需一次性加载全量文档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大数据量场景性能受限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62000" y="49530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F5F9F5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52500" y="5105400"/>
            <a:ext cx="3365500" cy="12700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79500" y="51689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企业级配置解析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79500" y="55499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适用于Spring等框架中的XML配置文件解析，将配置内容直接映射为可复用的配置类对象，简化初始化流程。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61804">
            <a:off x="3937000" y="5708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4572000" y="5105400"/>
            <a:ext cx="3365500" cy="1270000"/>
          </a:xfrm>
          <a:prstGeom prst="roundRect">
            <a:avLst>
              <a:gd name="adj" fmla="val 0"/>
            </a:avLst>
          </a:prstGeom>
          <a:solidFill>
            <a:srgbClr val="2196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699000" y="51689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固定结构数据交换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699000" y="55499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在已知报文格式的系统集成中，作为数据载体实现异构系统间的XML数据传输与对象化处理，减少解析成本。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5361804">
            <a:off x="7493000" y="5708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196F3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8128000" y="5105400"/>
            <a:ext cx="3238500" cy="1270000"/>
          </a:xfrm>
          <a:prstGeom prst="roundRect">
            <a:avLst>
              <a:gd name="adj" fmla="val 0"/>
            </a:avLst>
          </a:prstGeom>
          <a:solidFill>
            <a:srgbClr val="FF98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255000" y="5168900"/>
            <a:ext cx="298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Web Service 报文处理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255000" y="55499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作为SOAP协议的核心技术之一，自动处理请求与响应的XML报文与业务对象的转换，支撑传统Web Service开发。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总结与对比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416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6416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714500"/>
            <a:ext cx="2387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DOM 解析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286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树形解析 · 随机访问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构建完整文档树，操作直观灵活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111500"/>
            <a:ext cx="23876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3175000"/>
            <a:ext cx="2260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内存高 / 速度慢 | JDK原生支持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937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适用：小型配置文件，需频繁对文档内容进行增删改查操作的场景。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30600" y="1524000"/>
            <a:ext cx="26416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530600" y="1524000"/>
            <a:ext cx="26416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657600" y="1714500"/>
            <a:ext cx="2387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SAX 解析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2286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事件驱动 · 流式读取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逐行扫描，边读边解析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57600" y="3111500"/>
            <a:ext cx="23876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721100" y="3175000"/>
            <a:ext cx="2260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内存极低 / 速度极快 | 只读模式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57600" y="3937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适用：GB级超大XML文件解析，无需加载全量数据，仅需读取特定信息。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99200" y="1524000"/>
            <a:ext cx="26416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99200" y="1524000"/>
            <a:ext cx="26416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26200" y="1714500"/>
            <a:ext cx="2387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DOM4J 解析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26200" y="2286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易用灵活 · 功能强大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开源框架，支持XPath查询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26200" y="3111500"/>
            <a:ext cx="23876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89700" y="3175000"/>
            <a:ext cx="2260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功能最全 / API友好 | 社区活跃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26200" y="3937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适用：复杂的企业级应用开发，是目前Java生态中解析XML最主流的选择。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67800" y="1524000"/>
            <a:ext cx="26416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067800" y="1524000"/>
            <a:ext cx="26416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194800" y="1714500"/>
            <a:ext cx="23876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JAXB 解析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94800" y="2286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对象绑定 · 面向对象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XML与JavaBean自动映射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194800" y="3111500"/>
            <a:ext cx="23876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9258300" y="3175000"/>
            <a:ext cx="2260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开发优雅 / 上手简单 | 需固定结构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194800" y="3937000"/>
            <a:ext cx="2387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适用：有明确Schema定义的固定结构XML，如WebService数据交互场景。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4953000"/>
            <a:ext cx="109474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762000" y="4953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016000" y="5080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选型核心策略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16000" y="5588000"/>
            <a:ext cx="1003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若无特殊历史包袱，企业级开发首选</a:t>
            </a:r>
            <a:r>
              <a:rPr lang="en-US" sz="13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DOM4J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（兼顾功能与开发效率）；处理海量数据时必选</a:t>
            </a:r>
            <a:r>
              <a:rPr lang="en-US" sz="13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SAX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（极低内存占用）；而对于标准化的契约式交互（如REST/WS），</a:t>
            </a:r>
            <a:r>
              <a:rPr lang="en-US" sz="13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JAXB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的面向对象模型能显著降低维护成本。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如何选择合适的解析方式？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676400"/>
            <a:ext cx="488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超大文件，仅需读取数据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0955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当 XML 文件体积庞大（如超过 100MB）且业务逻辑仅涉及数据读取时，传统加载方式会导致内存溢出。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4889500" cy="444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" y="28194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首选 SAX：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流式解析机制，内存占用极低，逐行处理数据。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524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1595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0" y="1676400"/>
            <a:ext cx="488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常规文件，复杂数据操作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0955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文件尺寸适中，且业务需要对 XML 文档进行频繁的增、删、改、查，或需要灵活导航节点结构。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2794000"/>
            <a:ext cx="4889500" cy="444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28194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首选 DOM4J：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API 强大易用，支持 XPath，开发效率极高。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556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3556000"/>
            <a:ext cx="52705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52500" y="3708400"/>
            <a:ext cx="488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结构固定，追求代码优雅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1275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XML 格式稳定，希望以面向对象（OO）的方式处理数据，避免繁琐的节点遍历和类型转换。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4826000"/>
            <a:ext cx="4889500" cy="444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79500" y="48514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首选 JAXB：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自动映射 XML 与 Java 对象，代码简洁易维护。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59500" y="3556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159500" y="3556000"/>
            <a:ext cx="52705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350000" y="3708400"/>
            <a:ext cx="488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环境受限，无第三方依赖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41275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在严格的项目环境中，禁止引入任何外部类库，只能依赖 JDK 标准库提供的基础能力。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4826000"/>
            <a:ext cx="4889500" cy="444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77000" y="48514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仅选原生：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JDK 内置的 DOM 或 SAX 解析器。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588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4CAF5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52500" y="56896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总结建议：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在现代 Java 开发实践中，</a:t>
            </a:r>
            <a:r>
              <a:rPr lang="en-US" sz="13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DOM4J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3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JAXB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是最主流的选择。DOM4J 适用于大多数常规业务场景的文档操作，而 JAXB 则是处理固定结构数据传输（如 WebService）的最佳实践。根据项目的实际规模和技术栈灵活选择，能显著提升开发效率和系统稳定性。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1590</Words>
  <Application>Microsoft Office PowerPoint</Application>
  <PresentationFormat>宽屏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Noto Sans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张博</dc:creator>
  <cp:lastModifiedBy>博 张</cp:lastModifiedBy>
  <cp:revision>2</cp:revision>
  <dcterms:modified xsi:type="dcterms:W3CDTF">2026-05-31T12:09:50Z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{"Label":"1","ContentProducer":"001191110102MACQD9K64010000","ProduceID":"7645927852752162006","ReservedCode1":"","ContentPropagator":"","PropagateID":"","ReservedCode2":""}</vt:lpwstr>
  </property>
</Properties>
</file>