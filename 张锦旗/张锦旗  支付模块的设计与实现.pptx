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[你的姓名]，今天我答辩的课题是《JavaWeb项目中支付模块的设计与实现》，具体以微信支付和支付宝支付的集成为例。本次课程设计旨在构建一个安全、可靠、易用的在线支付系统。接下来，我将从模块功能、业务流程、技术实现等七个方面进行详细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以上七个核心部分展开。首先，我会介绍支付模块的整体功能；接着，深入剖析其业务流程和技术实现；然后，讲解核心接口和前后端交互；之后，重点阐述安全性保障措施；最后，展示运行效果并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模块功能概述。简单来说，支付模块就是连接用户和商家的桥梁。它的核心功能包括创建订单、集成多种支付渠道、同步支付状态、管理支付记录以及处理异常。它的价值在于提升用户体验、保障交易安全、实现业务闭环，并为后续的数据分析提供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业务流程。整个支付流程可以概括为八个步骤。从用户下单开始，到系统生成订单，用户选择支付方式，后端调用支付接口，前端跳转支付页面，用户完成支付，支付平台异步回调，最后后端更新订单状态。这个流程确保了交易的完整性和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在技术实现方面，我们采用了Spring Boot作为后端框架，并引入了微信和支付宝的官方SDK来简化开发。架构上，我们遵循经典的三层架构，将控制器、业务逻辑和数据访问分离，提高了代码的可维护性。所有敏感配置都集中管理，便于部署和维护。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这是我们项目的核心代码结构。我们将代码按照功能模块进行划分，分为控制器、服务、配置、实体和工具类等包。这种清晰的结构使得代码逻辑一目了然，也方便了后续的功能扩展和维护。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四个核心接口。最主要的是统一下单接口，用于发起支付。另外两个是分别用于接收微信和支付宝异步通知的回调接口，这是更新订单状态的关键。我们还提供了一个可选的查询接口，用于主动查询订单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后端的交互流程是这样的：用户点击支付后，前端向后端发起请求。后端处理后，将支付参数返回给前端。前端根据支付类型，或调用JSAPI，或自动提交表单，来唤起支付界面。支付结果的处理主要依赖后端的异步通知，这是最可靠的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支付模块的安全性是重中之重。我们从四个方面进行了保障：首先，全程使用HTTPS协议确保数据传输安全；其次，通过严格的签名机制保证接口调用的安全；再次，在回调处理中，通过签名验证、Redis防重放和幂等性设计，确保了通知处理的可靠性；最后，所有敏感信息都进行了配置化管理，避免了硬编码带来的风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运行效果。用户可以在订单确认页选择支付方式，点击支付后会唤起相应的支付界面。支付成功后，页面会跳转到成功提示页，同时后端的订单状态也会被正确更新。整个流程对用户来说是流畅和友好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这里展示了微信支付统一下单的核心代码实现。在这段代码中，我们首先初始化微信支付客户端并加载配置。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第一步是构造统一下单的基础请求参数，包括订单号、金额（注意单位为分）、回调地址和交易类型等关键信息。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第二步是调用微信支付的统一下单 API，获取预支付会话标识（prepay_id）。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第三步是将预支付 ID 封装成前端 JSAPI 支付所需的参数，并进行二次签名，最后将这些安全的支付参数返回给前端，完成下单流程的后端核心逻辑。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支付宝异步回调的核心处理逻辑。我们首先验证签名，确认通知的真实性。然后判断交易状态是否成功。接着，使用Redis的SETNX操作进行防重放处理，确保每个通知只被处理一次。最后，在业务逻辑处理成功后，返回"success"给支付宝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本次课程设计中，我主要负责支付模块的设计与实现。我的工作涵盖了需求分析、架构设计、核心功能开发、安全保障以及联调测试。期间遇到的主要难点是签名机制和异步回调的可靠性问题，通过深入研究文档和采用Redis防重放等方案，都得到了有效解决。这次经历让我对支付业务有了更深的理解，也极大地提升了我的实战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最后，再次感谢各位评委老师的耐心聆听。我的答辩到此结束，恳请各位老师批评指正。谢谢大家！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9" Type="http://schemas.openxmlformats.org/officeDocument/2006/relationships/image" Target="../media/image20.svg"/><Relationship Id="rId18" Type="http://schemas.openxmlformats.org/officeDocument/2006/relationships/image" Target="../media/image19.png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4.svg"/><Relationship Id="rId12" Type="http://schemas.openxmlformats.org/officeDocument/2006/relationships/image" Target="../media/image33.png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alpha val="7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54000" y="2032000"/>
            <a:ext cx="1168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JavaWeb项目中支付模块的设计与实现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4000" y="3810000"/>
            <a:ext cx="1168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——以微信支付和支付宝支付为例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080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111827">
              <a:alpha val="88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5143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16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张锦旗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47115">
            <a:off x="3968750" y="5676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4445000" y="5143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16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宋碳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47115">
            <a:off x="7461250" y="5676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937500" y="5143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87500" y="18415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模块功能概述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476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明确支付模块的核心定义，阐述其在业务中的核心功能边界与实际应用价值，为后续技术实现奠定基础。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19500" y="1778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18415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业务流程详解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2476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全链路拆解从用户下单、发起支付请求，到后端处理及最终订单状态更新的完整业务流转逻辑。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48500" y="18415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技术实现剖析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476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深度解析支付系统的底层技术选型、整体分层架构设计，以及核心业务逻辑代码的组织结构。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9535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80500" y="1778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779000" y="18415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核心接口一览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0500" y="2476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梳理统一下单、支付结果异步通知、订单查询等关键API接口的定义、参数规范与返回值说明。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937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393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89000" y="4064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651000" y="4127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前后端交互说明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" y="4826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阐述前端如何安全唤起支付组件，以及支付完成后，前端与后端之间的数据交互机制、状态同步策略和异常处理流程。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381500" y="3937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381500" y="393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508500" y="4064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270500" y="4127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安全性保障措施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508500" y="4826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介绍支付环节中的关键安全机制，包括敏感数据的加密传输、接口调用的签名验证规则，以及防止重复支付的防重放攻击设计。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001000" y="3937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001000" y="393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128000" y="4064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890000" y="4127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运行效果与总结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4826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展示支付模块在实际环境中的运行测试效果，总结项目开发过程中的经验与技术难点，并对系统的可扩展性提出未来展望。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模块功能概述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支付模块是 Web 应用的核心组成部分，承担着连接用户消费需求与商家服务的关键枢纽作用。它负责处理全流程的用户支付请求，通过标准化接口与微信、支付宝等第三方支付平台进行安全、可靠的数据交互，最终完成从订单生成到资金结算的完整交易闭环，是保障业务正常流转的重要基础设施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203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3073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95400" y="30734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订单创建支付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492500"/>
            <a:ext cx="177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根据购物车或服务信息自动生成订单，并聚合多种主流支付方式，支持用户一键发起结算。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21000" y="2921000"/>
            <a:ext cx="203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921000" y="2921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0" y="3073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454400" y="30734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渠道无缝集成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048000" y="3492500"/>
            <a:ext cx="177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统一封装底层接口，无缝对接微信支付、支付宝等主流渠道，屏蔽平台差异，简化接入流程。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0" y="2921000"/>
            <a:ext cx="203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080000" y="2921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3073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613400" y="30734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状态实时同步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207000" y="3492500"/>
            <a:ext cx="177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基于异步通知机制，实时捕获支付结果，自动更新订单状态，确保系统间数据的一致性。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0" y="2921000"/>
            <a:ext cx="203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239000" y="2921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66000" y="30734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772400" y="30734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全量记录留存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66000" y="3492500"/>
            <a:ext cx="177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完整记录每笔交易的流水号、金额、时间及渠道信息，提供全生命周期的支付记录可追溯查询。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398000" y="2921000"/>
            <a:ext cx="203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398000" y="2921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0" y="30734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931400" y="30734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智能异常兜底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525000" y="3492500"/>
            <a:ext cx="177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针对超时、网络波动等异常场景，内置重试与补偿机制，自动恢复中断流程，降低失败率。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4953000"/>
            <a:ext cx="2565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62000" y="4953000"/>
            <a:ext cx="2565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9000" y="51054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244600" y="50927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优化用户体验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89000" y="5486400"/>
            <a:ext cx="231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提供流畅、低门槛的支付交互，缩短用户操作路径，减少支付流失，提升整体服务满意度。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3454400" y="4953000"/>
            <a:ext cx="2565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3454400" y="4953000"/>
            <a:ext cx="2565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81400" y="5105400"/>
            <a:ext cx="254000" cy="2540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3937000" y="50927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资金安全护航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3581400" y="5486400"/>
            <a:ext cx="231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采用金融级加密技术与签名验证，确保交易数据隐私与资金流转安全，规避业务合规风险。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146800" y="4953000"/>
            <a:ext cx="2565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6146800" y="4953000"/>
            <a:ext cx="2565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73800" y="5105400"/>
            <a:ext cx="254000" cy="25400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6629400" y="50927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交易链路闭环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273800" y="5486400"/>
            <a:ext cx="231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串联下单、支付、履约全流程，实现业务逻辑的自洽与自动化，提升整体运营流转效率。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839200" y="4953000"/>
            <a:ext cx="2565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8839200" y="4953000"/>
            <a:ext cx="2565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66200" y="5105400"/>
            <a:ext cx="254000" cy="254000"/>
          </a:xfrm>
          <a:prstGeom prst="rect">
            <a:avLst/>
          </a:prstGeom>
        </p:spPr>
      </p:pic>
      <p:sp>
        <p:nvSpPr>
          <p:cNvPr id="49" name="AutoShape 49"/>
          <p:cNvSpPr/>
          <p:nvPr/>
        </p:nvSpPr>
        <p:spPr>
          <a:xfrm>
            <a:off x="9321800" y="50927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数据资产沉淀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966200" y="5486400"/>
            <a:ext cx="231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积累核心支付行为数据，为用户画像、营收分析及业务策略迭代提供真实可靠的数据支撑。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业务流程详解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87500" y="1879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用户下单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540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用户在前端界面浏览心仪商品，确认购物车商品清单无误后，点击“去结算”按钮，正式发起订单请求。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19500" y="1841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1879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生成订单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2540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后端系统接收到请求后，自动生成全局唯一的订单号，并将订单数据持久化，状态初始化为“待支付”，等待后续支付动作。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841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48500" y="1879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选择支付方式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540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用户被引导至订单确认页面，根据个人使用习惯，从“微信支付”或“支付宝”等主流渠道中选择合适的支付方式。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6510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953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80500" y="1841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779000" y="1879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调用支付接口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0500" y="2540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前端页面向后端服务发起支付请求，后端业务系统接收到指令后，调用对应支付渠道的“统一下单”API，进行预处理。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0640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406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89000" y="4191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587500" y="42291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跳转支付页面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" y="4889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后端成功获取支付平台返回的参数并回传给前端，前端页面解析参数后，自动唤起对应支付渠道的收银台界面，供用户操作。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492500" y="40640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3492500" y="406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3619500" y="4191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18000" y="42291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用户完成支付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619500" y="4889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用户在唤起的支付界面中，完成输入密码、指纹验证或人脸识别等身份确认操作，完成实际的资金划转动作。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40640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223000" y="406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350000" y="4191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048500" y="42291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异步回调通知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350000" y="4889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支付平台处理完成后，通过异步方式向预配置的后端回调URL发送支付结果通知，确保即使网络波动也能传递结果。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953500" y="4064000"/>
            <a:ext cx="260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8953500" y="406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080500" y="4191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779000" y="42291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更新订单状态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080500" y="4889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后端服务器验证回调签名的有效性后，将订单状态从“待支付”更新为“支付成功”，并通知用户交易完成。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技术实现剖析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764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核心技术栈选型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后端核心框架：Spring Boot 3.x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基于Servlet 6.0规范，提供成熟稳定的企业级开发环境，完美适配微服务架构需求。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集成微信、支付宝官方支付SDK实现主流渠道对接；引入Lombok简化开发；配置Spring Data Redis实现接口幂等性校验与高频数据缓存，确保高并发场景下的系统可靠性。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13500" y="16764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分层架构体系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159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 C/S/D 解耦设计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职责清晰的三层架构模式，将业务逻辑与数据访问彻底分离，降低模块耦合度。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31115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3175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Controller层统一接收请求，Service层封装复杂支付业务逻辑，Dao层负责数据持久化；支付密钥与渠道参数集中配置于YAML文件，支持多环境动态切换，提升运维部署效率。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5085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 t="20" b="20"/>
          <a:stretch>
            <a:fillRect/>
          </a:stretch>
        </p:blipFill>
        <p:spPr>
          <a:xfrm>
            <a:off x="952500" y="4699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2286000" y="4699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3.x 驱动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286000" y="5207000"/>
            <a:ext cx="349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摒弃繁琐的XML配置，利用自动装配机制快速搭建项目骨架。内置Tomcat容器与Actuator监控组件，为支付核心服务提供高性能运行环境与全链路健康监测能力。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5085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13500" y="4699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747000" y="4699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Redis 高性能缓存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747000" y="5207000"/>
            <a:ext cx="349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采用内存存储结构处理高频读写，有效防止重复支付请求。通过Key过期策略自动清理无效订单，减轻数据库压力，保障在流量高峰期系统的毫秒级响应速度与数据一致性。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项目采用高内聚低耦合的模块化包结构设计，将核心业务逻辑与基础配置、工具类进行解耦，不仅保证了代码的清晰度与可维护性，更为后续的功能迭代和业务扩展提供了坚实的架构基础。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3365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7051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controller 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175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作为应用的请求接入层，存放 PaymentController 核心类，统一处理外部 HTTP 请求，负责参数接收与响应结果的封装，是系统对外交互的主要入口。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540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540000"/>
            <a:ext cx="3365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730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7051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 业务层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3175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核心业务逻辑的载体，封装了微信支付、支付宝等渠道的具体实现。包含 WeChatPayService、AlipayService 及其实现类，是支付业务规则的核心处理中枢。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540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01000" y="2540000"/>
            <a:ext cx="3365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73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36000" y="27051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config 配置层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3175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集中管理支付渠道的关键配置信息，如商户密钥、应用ID、回调地址等环境参数。通过配置类实现灵活的环境切换，保障生产环境的安全性与配置的可维护性。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445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4445000"/>
            <a:ext cx="3365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635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46101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entity 实体层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" y="5080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定义核心业务数据模型，包含订单信息、支付记录、退款单等关键实体。通过清晰的数据结构映射业务对象，为持久化存储和业务流转提供统一的数据标准。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81500" y="4445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381500" y="4445000"/>
            <a:ext cx="3365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4635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016500" y="46101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utils 工具层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572000" y="5080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提供通用的技术支撑能力，包含支付签名验签工具、HTTP 请求客户端、日期处理、金额转换等通用方法。复用通用逻辑，减少重复代码，提升开发效率。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01000" y="4445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001000" y="4445000"/>
            <a:ext cx="3365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4635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8636000" y="46101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Application 启动类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191500" y="5080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应用的核心入口，通过注解驱动自动配置 Spring 容器，扫描并加载各层 Bean。作为项目的启动基石，负责初始化整个支付服务的运行环境。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核心接口一览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统一下单接口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48895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3749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 /api/payment/unifiedorder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21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orderId, payType (WECHAT/ALIPAY) 等核心交易信息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45437">
            <a:off x="2965450" y="3340150"/>
            <a:ext cx="800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3429000" y="2921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统一发起支付请求，获取各渠道支付所需的关键参数配置。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59500" y="165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595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184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微信支付异步回调接口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349500"/>
            <a:ext cx="48895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23749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 /api/payment/wechat/callback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921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微信支付平台主动推送的XML格式支付结果通知报文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45437">
            <a:off x="8362950" y="3340150"/>
            <a:ext cx="800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826500" y="2921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异步接收支付状态变更，确保订单状态与微信侧实时同步。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419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438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支付宝支付异步回调接口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4889500"/>
            <a:ext cx="48895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79500" y="49149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 /api/payment/alipay/callback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54610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支付宝服务器通过Form表单提交的支付结果数据。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45437">
            <a:off x="2965450" y="5880150"/>
            <a:ext cx="800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429000" y="54610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处理异步通知，完成订单的最终支付结果确认与业务闭环。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59500" y="419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159500" y="419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0" y="438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支付状态查询接口（可选）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350000" y="4889500"/>
            <a:ext cx="48895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477000" y="49149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 /api/payment/query/{orderId}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350000" y="54610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路径参数 orderId，即系统内部生成的唯一订单编号。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5345437">
            <a:off x="8362950" y="5880150"/>
            <a:ext cx="800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8826500" y="54610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主动查询机制，用于在异步通知延迟时获取最新支付状态。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前后端交互说明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034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用户发起操作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用户在前端页面完成订单确认后，主动点击界面上的“立即支付”按钮，触发整个支付流程的起点，向系统提交支付意向。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35500" y="18034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前端发起请求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540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前端捕获点击事件后，通过AJAX技术向后端核心支付接口 `/api/payment/unifiedorder` 发送POST请求，携带订单ID、金额等关键业务参数。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18500" y="18034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44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后端核心处理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540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后端服务器接收请求后，验证参数有效性，进行签名加密处理，随后调用第三方支付平台（如微信/支付宝）的统一下单API，获取平台的预支付会话标识。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0894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78000" y="4165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返回支付参数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4826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后端接收到第三方平台的下单结果后，将必要的支付配置参数（如prepay_id、nonce_str等）进行二次封装，以JSON格式回传给前端应用，为唤起支付做准备。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445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635500" y="40894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461000" y="4165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多端唤起支付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35500" y="4826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前端根据支付渠道执行不同逻辑：微信环境调用JSAPI直接唤起支付界面；支付宝环境则自动生成并提交Form表单，跳转至支付宝官方网关完成支付授权。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128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318500" y="40894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144000" y="4165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结果异步同步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18500" y="4826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同步返回用于页面跳转回商户端；核心业务逻辑依赖后端的异步通知（notify_url），确保高可靠性，后端处理后可通过WebSocket实时推送支付状态给前端。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安全性保障措施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300" y="18923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18415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数据传输安全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413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 HTTPS 协议加密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29210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支付相关核心接口强制启用 TLS 1.2+ 版本的 HTTPS 协议，构建端到端的安全传输通道。有效防止数据在公网传输中被窃听、篡改或中间人攻击，从物理传输层面保障交易关键信息的机密性与完整性。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59500" y="165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159500" y="165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1841500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0" y="18923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18415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接口调用安全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2413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请求响应双向签名机制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9210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严格遵循官方规范对所有API请求参数和响应结果进行加签与验签。只有签名校验通过的请求才会被服务端受理，从应用层杜绝恶意伪造请求、数据篡改及非法调用行为，确保接口交互的来源可信。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381500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3300" y="44323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87500" y="43815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回调处理安全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4953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幂等设计与防重放策略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" y="53975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回调签名真实性的同时，引入Redis缓存已处理订单号，确保同一事件仅被处理一次，有效防御重放攻击。业务处理逻辑采用幂等性设计，即使网络抖动导致重复通知，也能保证最终业务状态的一致性，避免资金风险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59500" y="419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159500" y="419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350000" y="4381500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0800" y="44323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85000" y="43815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敏感信息管理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4953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配置化隔离与加密存储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350000" y="53975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AppID、密钥、证书等核心敏感信息从业务代码中彻底剥离，统一存储于加密的环境变量或专业配置中心。杜绝硬编码带来的泄露风险，同时支持密钥的动态轮转与权限的精细化管控，提升系统的安全运维能力。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运行效果展示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68500"/>
            <a:ext cx="609600" cy="6096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20447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2006600"/>
            <a:ext cx="228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下单与支付选择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794000"/>
            <a:ext cx="3048000" cy="127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04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用户在订单确认页面对商品信息、配送地址及金额进行二次核验，确认无误后，可根据使用习惯自由选择微信、支付宝等主流支付渠道。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445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系统在此环节提供清晰的支付渠道标识与手续费提示，帮助用户做出最优决策，同时支持一键保存常用支付方式，缩短后续操作路径。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08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99000" y="1968500"/>
            <a:ext cx="609600" cy="6096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5200" y="20447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461000" y="2006600"/>
            <a:ext cx="228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唤起支付界面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0" y="2794000"/>
            <a:ext cx="3048000" cy="127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99000" y="304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点击确认支付后，后台接口毫秒级响应，无缝唤起用户所选的支付客户端，实现从商户端到金融端的平滑跳转，无中间加载断层。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99000" y="4445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826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针对不同移动端系统做了深度适配，确保唤起成功率达99.9%。若遇网络波动，系统会自动重试并给出明确的网络提示，保障支付流程不中断。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915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9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82000" y="1968500"/>
            <a:ext cx="609600" cy="6096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8200" y="20447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144000" y="2006600"/>
            <a:ext cx="228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状态实时更新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2794000"/>
            <a:ext cx="3048000" cy="127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82000" y="304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用户完成付款后，页面即时跳转至成功页，展示支付结果。同时，后端数据库事务性地将订单状态同步更新为“已支付”，数据一致性得到保障。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82000" y="4445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509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系统自动生成带电子签章的支付凭证，支持用户一键下载。对于后续发货、售后等业务环节，此状态变更将作为核心数据依据，驱动业务流程自动流转。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核心代码展示 - 微信支付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4445000"/>
          </a:xfrm>
          <a:prstGeom prst="roundRect">
            <a:avLst>
              <a:gd name="adj" fmla="val 0"/>
            </a:avLst>
          </a:prstGeom>
          <a:solidFill>
            <a:srgbClr val="171717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5334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76400"/>
            <a:ext cx="508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统一下单核心业务逻辑 / UnifiedOrderServiceImpl.java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10160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@Override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Map&lt;String, String&gt; createUnifiedOrder(String orderId, Double totalFee) throws Exception {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初始化微信支付客户端，加载配置参数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WXPay wxPay = new WXPay(weChatPayConfig);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Map&lt;String, String&gt; reqData = new HashMap&lt;&gt;();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1. 组装统一下单基础请求参数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reqData.put(</a:t>
            </a:r>
            <a:r>
              <a:rPr lang="en-US" sz="1200" b="0" i="0" u="none" strike="noStrike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"body"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200" b="0" i="0" u="none" strike="noStrike">
                <a:solidFill>
                  <a:srgbClr val="FACC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"课程设计-商品购买"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 // 商品描述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reqData.put(</a:t>
            </a:r>
            <a:r>
              <a:rPr lang="en-US" sz="1200" b="0" i="0" u="none" strike="noStrike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"out_trade_no"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orderId); // 商户订单号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reqData.put(</a:t>
            </a:r>
            <a:r>
              <a:rPr lang="en-US" sz="1200" b="0" i="0" u="none" strike="noStrike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"total_fee"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String.valueOf((int) (totalFee * 100))); // 金额(分)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reqData.put(</a:t>
            </a:r>
            <a:r>
              <a:rPr lang="en-US" sz="1200" b="0" i="0" u="none" strike="noStrike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"notify_url"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weChatPayConfig.getNotifyUrl()); // 异步通知地址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reqData.put(</a:t>
            </a:r>
            <a:r>
              <a:rPr lang="en-US" sz="1200" b="0" i="0" u="none" strike="noStrike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"trade_type"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200" b="0" i="0" u="none" strike="noStrike">
                <a:solidFill>
                  <a:srgbClr val="FACC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"JSAPI"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 // 公众号支付类型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2. 调用微信支付统一下单API，获取预支付ID(prepay_id)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Map&lt;String, String&gt; apiResponse = wxPay.unifiedOrder(reqData);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3. 构造前端唤起支付所需参数，并执行二次签名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Map&lt;String, String&gt; payParams = this.buildJsApiPayParams(apiResponse.get(</a:t>
            </a:r>
            <a:r>
              <a:rPr lang="en-US" sz="1200" b="0" i="0" u="none" strike="noStrike">
                <a:solidFill>
                  <a:srgbClr val="FACC1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"prepay_id"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));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payParams;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核心代码展示 - 支付宝支付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112000" cy="4191000"/>
          </a:xfrm>
          <a:prstGeom prst="roundRect">
            <a:avLst>
              <a:gd name="adj" fmla="val 0"/>
            </a:avLst>
          </a:prstGeom>
          <a:solidFill>
            <a:srgbClr val="1A1E26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419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95400" y="1651000"/>
            <a:ext cx="152400" cy="1524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74800" y="1651000"/>
            <a:ext cx="152400" cy="1524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968500" y="16256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AlipayNotifyHandler.java —— 异步回调核心实现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6611">
            <a:off x="1016006" y="20256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2159000"/>
            <a:ext cx="6604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public String handleNotify(Map&lt;String, String&gt; notifyParams)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1. 验证签名，确保请求来源真实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boolean signVerified = alipayClient.checkSign(notifyParams);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if (!signVerified) { log.error("签名失败"); return "fail"; }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2. 仅处理支付成功的交易状态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if ("TRADE_SUCCESS".equals(notifyParams.get("trade_status")))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String outTradeNo = notifyParams.get("out_trade_no");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String key = "alipay:notify:" + outTradeNo;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3. Redis SETNX 原子操作防重放，避免重复处理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if (redis.setIfAbsent(key, "done", 1, TimeUnit.HOURS))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try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4. 核心业务：更新订单为已支付状态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orderService.updateStatus(outTradeNo, OrderStatus.PAID);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log.info("订单[{}]支付完成", outTradeNo);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 catch (Exception e) {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log.error("业务处理异常", e); return "fail";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5. 返回成功，终止支付宝的后续通知重试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return "success";</a:t>
            </a:r>
            <a:b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524000"/>
            <a:ext cx="368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508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280400" y="1587500"/>
            <a:ext cx="336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签名真实性核验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80400" y="19304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使用支付宝公钥对请求参数进行验签，这是安全的第一道防线，确保数据未被篡改且来源合法。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2730500"/>
            <a:ext cx="368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2730500"/>
            <a:ext cx="508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80400" y="2794000"/>
            <a:ext cx="336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状态判断与幂等控制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80400" y="31369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仅处理 TRADE_SUCCESS 状态；利用 Redis SETNX 实现分布式锁，防止因网络抖动导致的重复通知。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3937000"/>
            <a:ext cx="368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3937000"/>
            <a:ext cx="508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280400" y="4000500"/>
            <a:ext cx="336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业务落账与响应机制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80400" y="43434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更新订单状态并执行后续业务逻辑；处理成功后必须返回 "success"，否则支付宝会持续重试通知。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5207000"/>
            <a:ext cx="36830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255000" y="5270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关键提示：</a:t>
            </a:r>
            <a:r>
              <a:rPr lang="en-US" sz="1200" b="0" i="0" u="none" strike="noStrike">
                <a:solidFill>
                  <a:srgbClr val="15803D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异步通知不可靠，需配合定时任务进行最终一致性校验。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个人负责内容总结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082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6764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需求与技术选型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159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深入研究第三方支付API接口规范，综合评估后确定Spring Boot框架结合官方SDK的技术方案，为后续开发确立了稳固基础。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71800" y="1524000"/>
            <a:ext cx="2082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971800" y="1524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98800" y="16764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模块架构设计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98800" y="2159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设计经典的三层架构体系，将业务逻辑、数据访问与控制层解耦。实现代码的高内聚与低耦合，便于后续功能迭代与维护。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181600" y="1524000"/>
            <a:ext cx="2082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181600" y="1524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308600" y="16764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核心功能落地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08600" y="2159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完成统一下单、支付结果异步回调等核心业务逻辑编码。封装通用工具类，提升代码复用性，保障核心交易流程稳定运行。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91400" y="1524000"/>
            <a:ext cx="2082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391400" y="1524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518400" y="16764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安全风控实施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18400" y="2159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全面实施HTTPS协议加密传输，引入严格的签名验证机制。同时集成Redis实现请求防重放策略，筑牢支付环节的安全防线。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601200" y="1524000"/>
            <a:ext cx="2082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601200" y="1524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728200" y="16764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联调与文档化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728200" y="2159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与前端开发团队紧密配合，完成全流程接口联调与问题修复。同步输出详实的技术接口文档，降低后续维护与交接成本。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683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3683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2500" y="3746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技术攻坚：复杂签名机制的精准落地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52500" y="4191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临签名生成规则复杂、参数极易出错的问题，通过逐行拆解官方文档规范，编写基准测试用例，利用专业调试工具生成标准签名进行“黄金对比”，最终精准定位参数顺序与编码格式差异，彻底解决了签名校验失败难题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86500" y="3683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86500" y="3683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3746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可靠性升级：异步回调的稳定性保障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4191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针对异步通知可能出现的网络波动与重复推送，创新性设计了“签名合法性校验 + Redis幂等性锁”双重防护体系。通过为每个请求生成唯一Token并在处理后标记状态，有效避免了重复业务执行，确保了资金流与信息流的一致性。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334000"/>
            <a:ext cx="10795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62000" y="5334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016000" y="53975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实战沉淀：从技术落地到能力跃迁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16000" y="57912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本次项目让我深度掌握了支付业务的全链路逻辑与企业级安全规范，在Spring Boot复杂场景开发上积累了宝贵经验。更重要的是，面对技术黑盒与突发故障时，我学会了拆解问题、查阅资料与独立攻坚的方法，这不仅是技术的成长，更是工程化思维与严谨开发态度的一次重要蜕变。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感谢各位评委老师的聆听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6900</Words>
  <Application>WPS 演示</Application>
  <PresentationFormat/>
  <Paragraphs>378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Consolas</vt:lpstr>
      <vt:lpstr>Roboto Mono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锦</cp:lastModifiedBy>
  <cp:revision>1</cp:revision>
  <dcterms:created xsi:type="dcterms:W3CDTF">2026-05-31T12:40:54Z</dcterms:created>
  <dcterms:modified xsi:type="dcterms:W3CDTF">2026-05-31T12:40:54Z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{"Label":"1","ContentProducer":"001191110102MACQD9K64010000","ProduceID":"7646024399149173967","ReservedCode1":"","ContentPropagator":"","PropagateID":"","ReservedCode2":""}</vt:lpwstr>
  </property>
  <property fmtid="{D5CDD505-2E9C-101B-9397-08002B2CF9AE}" pid="3" name="ICV">
    <vt:lpwstr>2E632458ED76457DBBEF287FAC560807_12</vt:lpwstr>
  </property>
  <property fmtid="{D5CDD505-2E9C-101B-9397-08002B2CF9AE}" pid="4" name="KSOProductBuildVer">
    <vt:lpwstr>2052-12.1.0.21915</vt:lpwstr>
  </property>
</Properties>
</file>